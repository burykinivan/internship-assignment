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9"/>
  </p:notesMasterIdLst>
  <p:sldIdLst>
    <p:sldId id="256" r:id="rId2"/>
    <p:sldId id="296" r:id="rId3"/>
    <p:sldId id="297" r:id="rId4"/>
    <p:sldId id="299" r:id="rId5"/>
    <p:sldId id="300" r:id="rId6"/>
    <p:sldId id="301" r:id="rId7"/>
    <p:sldId id="302" r:id="rId8"/>
  </p:sldIdLst>
  <p:sldSz cx="9144000" cy="5143500" type="screen16x9"/>
  <p:notesSz cx="6858000" cy="9144000"/>
  <p:embeddedFontLst>
    <p:embeddedFont>
      <p:font typeface="Maven Pro SemiBold" panose="020B0604020202020204" charset="0"/>
      <p:regular r:id="rId10"/>
      <p:bold r:id="rId11"/>
    </p:embeddedFont>
    <p:embeddedFont>
      <p:font typeface="Roboto" panose="02000000000000000000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72A2160-EE4B-4EF7-8EBD-942D85BAE993}">
  <a:tblStyle styleId="{472A2160-EE4B-4EF7-8EBD-942D85BAE99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C82DB38-A7E8-4F33-B01A-D3F5623609E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98"/>
  </p:normalViewPr>
  <p:slideViewPr>
    <p:cSldViewPr snapToGrid="0">
      <p:cViewPr varScale="1">
        <p:scale>
          <a:sx n="118" d="100"/>
          <a:sy n="118" d="100"/>
        </p:scale>
        <p:origin x="231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6067917" y="-1755971"/>
            <a:ext cx="4590925" cy="459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225" y="1179613"/>
            <a:ext cx="6350100" cy="14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3225" y="3550188"/>
            <a:ext cx="6350100" cy="41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 idx="2"/>
          </p:nvPr>
        </p:nvSpPr>
        <p:spPr>
          <a:xfrm>
            <a:off x="713225" y="2628313"/>
            <a:ext cx="6350100" cy="57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177775" y="177775"/>
            <a:ext cx="8788500" cy="4787900"/>
            <a:chOff x="177775" y="177775"/>
            <a:chExt cx="8788500" cy="4787900"/>
          </a:xfrm>
        </p:grpSpPr>
        <p:sp>
          <p:nvSpPr>
            <p:cNvPr id="14" name="Google Shape;14;p2"/>
            <p:cNvSpPr/>
            <p:nvPr/>
          </p:nvSpPr>
          <p:spPr>
            <a:xfrm>
              <a:off x="8782375" y="4781775"/>
              <a:ext cx="183900" cy="183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589650" y="269700"/>
              <a:ext cx="8279060" cy="4280673"/>
            </a:xfrm>
            <a:custGeom>
              <a:avLst/>
              <a:gdLst/>
              <a:ahLst/>
              <a:cxnLst/>
              <a:rect l="l" t="t" r="r" b="b"/>
              <a:pathLst>
                <a:path w="12175088" h="6560418" extrusionOk="0">
                  <a:moveTo>
                    <a:pt x="12175089" y="6560419"/>
                  </a:moveTo>
                  <a:lnTo>
                    <a:pt x="0" y="6560419"/>
                  </a:ln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77775" y="177775"/>
              <a:ext cx="183900" cy="183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69700" y="589650"/>
              <a:ext cx="8279060" cy="4280673"/>
            </a:xfrm>
            <a:custGeom>
              <a:avLst/>
              <a:gdLst/>
              <a:ahLst/>
              <a:cxnLst/>
              <a:rect l="l" t="t" r="r" b="b"/>
              <a:pathLst>
                <a:path w="12175088" h="6560418" extrusionOk="0">
                  <a:moveTo>
                    <a:pt x="12175089" y="6560419"/>
                  </a:moveTo>
                  <a:lnTo>
                    <a:pt x="0" y="6560419"/>
                  </a:ln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pic>
        <p:nvPicPr>
          <p:cNvPr id="65" name="Google Shape;65;p8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-1644958" y="2122129"/>
            <a:ext cx="4590925" cy="4590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6" name="Google Shape;66;p8"/>
          <p:cNvGrpSpPr/>
          <p:nvPr/>
        </p:nvGrpSpPr>
        <p:grpSpPr>
          <a:xfrm>
            <a:off x="177775" y="177775"/>
            <a:ext cx="8788500" cy="4787900"/>
            <a:chOff x="177775" y="177775"/>
            <a:chExt cx="8788500" cy="4787900"/>
          </a:xfrm>
        </p:grpSpPr>
        <p:sp>
          <p:nvSpPr>
            <p:cNvPr id="67" name="Google Shape;67;p8"/>
            <p:cNvSpPr/>
            <p:nvPr/>
          </p:nvSpPr>
          <p:spPr>
            <a:xfrm rot="10800000">
              <a:off x="589650" y="269700"/>
              <a:ext cx="8279060" cy="4280673"/>
            </a:xfrm>
            <a:custGeom>
              <a:avLst/>
              <a:gdLst/>
              <a:ahLst/>
              <a:cxnLst/>
              <a:rect l="l" t="t" r="r" b="b"/>
              <a:pathLst>
                <a:path w="12175088" h="6560418" extrusionOk="0">
                  <a:moveTo>
                    <a:pt x="12175089" y="6560419"/>
                  </a:moveTo>
                  <a:lnTo>
                    <a:pt x="0" y="6560419"/>
                  </a:ln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8"/>
            <p:cNvSpPr/>
            <p:nvPr/>
          </p:nvSpPr>
          <p:spPr>
            <a:xfrm>
              <a:off x="177775" y="177775"/>
              <a:ext cx="183900" cy="183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9" name="Google Shape;69;p8"/>
            <p:cNvSpPr/>
            <p:nvPr/>
          </p:nvSpPr>
          <p:spPr>
            <a:xfrm>
              <a:off x="269700" y="589650"/>
              <a:ext cx="8279060" cy="4280673"/>
            </a:xfrm>
            <a:custGeom>
              <a:avLst/>
              <a:gdLst/>
              <a:ahLst/>
              <a:cxnLst/>
              <a:rect l="l" t="t" r="r" b="b"/>
              <a:pathLst>
                <a:path w="12175088" h="6560418" extrusionOk="0">
                  <a:moveTo>
                    <a:pt x="12175089" y="6560419"/>
                  </a:moveTo>
                  <a:lnTo>
                    <a:pt x="0" y="6560419"/>
                  </a:ln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8"/>
            <p:cNvSpPr/>
            <p:nvPr/>
          </p:nvSpPr>
          <p:spPr>
            <a:xfrm>
              <a:off x="8782375" y="4781775"/>
              <a:ext cx="183900" cy="183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5989304" y="-2010646"/>
            <a:ext cx="4590925" cy="459092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75" name="Google Shape;75;p9"/>
          <p:cNvGrpSpPr/>
          <p:nvPr/>
        </p:nvGrpSpPr>
        <p:grpSpPr>
          <a:xfrm>
            <a:off x="177775" y="177775"/>
            <a:ext cx="8788500" cy="4787900"/>
            <a:chOff x="177775" y="177775"/>
            <a:chExt cx="8788500" cy="4787900"/>
          </a:xfrm>
        </p:grpSpPr>
        <p:sp>
          <p:nvSpPr>
            <p:cNvPr id="76" name="Google Shape;76;p9"/>
            <p:cNvSpPr/>
            <p:nvPr/>
          </p:nvSpPr>
          <p:spPr>
            <a:xfrm rot="10800000">
              <a:off x="589650" y="269700"/>
              <a:ext cx="8279060" cy="4280673"/>
            </a:xfrm>
            <a:custGeom>
              <a:avLst/>
              <a:gdLst/>
              <a:ahLst/>
              <a:cxnLst/>
              <a:rect l="l" t="t" r="r" b="b"/>
              <a:pathLst>
                <a:path w="12175088" h="6560418" extrusionOk="0">
                  <a:moveTo>
                    <a:pt x="12175089" y="6560419"/>
                  </a:moveTo>
                  <a:lnTo>
                    <a:pt x="0" y="6560419"/>
                  </a:ln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9"/>
            <p:cNvSpPr/>
            <p:nvPr/>
          </p:nvSpPr>
          <p:spPr>
            <a:xfrm>
              <a:off x="177775" y="177775"/>
              <a:ext cx="183900" cy="183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8" name="Google Shape;78;p9"/>
            <p:cNvSpPr/>
            <p:nvPr/>
          </p:nvSpPr>
          <p:spPr>
            <a:xfrm>
              <a:off x="269700" y="589650"/>
              <a:ext cx="8279060" cy="4280673"/>
            </a:xfrm>
            <a:custGeom>
              <a:avLst/>
              <a:gdLst/>
              <a:ahLst/>
              <a:cxnLst/>
              <a:rect l="l" t="t" r="r" b="b"/>
              <a:pathLst>
                <a:path w="12175088" h="6560418" extrusionOk="0">
                  <a:moveTo>
                    <a:pt x="12175089" y="6560419"/>
                  </a:moveTo>
                  <a:lnTo>
                    <a:pt x="0" y="6560419"/>
                  </a:ln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9"/>
            <p:cNvSpPr/>
            <p:nvPr/>
          </p:nvSpPr>
          <p:spPr>
            <a:xfrm>
              <a:off x="8782375" y="4781775"/>
              <a:ext cx="183900" cy="183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b="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b="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b="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b="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b="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b="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b="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b="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2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6500442" y="2760504"/>
            <a:ext cx="4590925" cy="4590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5" name="Google Shape;205;p22"/>
          <p:cNvGrpSpPr/>
          <p:nvPr/>
        </p:nvGrpSpPr>
        <p:grpSpPr>
          <a:xfrm>
            <a:off x="177775" y="177775"/>
            <a:ext cx="8788500" cy="4787900"/>
            <a:chOff x="177775" y="177775"/>
            <a:chExt cx="8788500" cy="4787900"/>
          </a:xfrm>
        </p:grpSpPr>
        <p:sp>
          <p:nvSpPr>
            <p:cNvPr id="206" name="Google Shape;206;p22"/>
            <p:cNvSpPr/>
            <p:nvPr/>
          </p:nvSpPr>
          <p:spPr>
            <a:xfrm rot="10800000" flipH="1">
              <a:off x="275340" y="269700"/>
              <a:ext cx="8279060" cy="4280673"/>
            </a:xfrm>
            <a:custGeom>
              <a:avLst/>
              <a:gdLst/>
              <a:ahLst/>
              <a:cxnLst/>
              <a:rect l="l" t="t" r="r" b="b"/>
              <a:pathLst>
                <a:path w="12175088" h="6560418" extrusionOk="0">
                  <a:moveTo>
                    <a:pt x="12175089" y="6560419"/>
                  </a:moveTo>
                  <a:lnTo>
                    <a:pt x="0" y="6560419"/>
                  </a:ln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22"/>
            <p:cNvSpPr/>
            <p:nvPr/>
          </p:nvSpPr>
          <p:spPr>
            <a:xfrm flipH="1">
              <a:off x="8782375" y="177775"/>
              <a:ext cx="183900" cy="183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8" name="Google Shape;208;p22"/>
            <p:cNvSpPr/>
            <p:nvPr/>
          </p:nvSpPr>
          <p:spPr>
            <a:xfrm flipH="1">
              <a:off x="177775" y="4781775"/>
              <a:ext cx="183900" cy="183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3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-1659908" y="2905854"/>
            <a:ext cx="4590925" cy="4590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1" name="Google Shape;211;p23"/>
          <p:cNvGrpSpPr/>
          <p:nvPr/>
        </p:nvGrpSpPr>
        <p:grpSpPr>
          <a:xfrm>
            <a:off x="177775" y="177775"/>
            <a:ext cx="8788500" cy="4787900"/>
            <a:chOff x="177775" y="177775"/>
            <a:chExt cx="8788500" cy="4787900"/>
          </a:xfrm>
        </p:grpSpPr>
        <p:sp>
          <p:nvSpPr>
            <p:cNvPr id="212" name="Google Shape;212;p23"/>
            <p:cNvSpPr/>
            <p:nvPr/>
          </p:nvSpPr>
          <p:spPr>
            <a:xfrm>
              <a:off x="177775" y="177775"/>
              <a:ext cx="183900" cy="183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3" name="Google Shape;213;p23"/>
            <p:cNvSpPr/>
            <p:nvPr/>
          </p:nvSpPr>
          <p:spPr>
            <a:xfrm>
              <a:off x="269700" y="589650"/>
              <a:ext cx="8279060" cy="4280673"/>
            </a:xfrm>
            <a:custGeom>
              <a:avLst/>
              <a:gdLst/>
              <a:ahLst/>
              <a:cxnLst/>
              <a:rect l="l" t="t" r="r" b="b"/>
              <a:pathLst>
                <a:path w="12175088" h="6560418" extrusionOk="0">
                  <a:moveTo>
                    <a:pt x="12175089" y="6560419"/>
                  </a:moveTo>
                  <a:lnTo>
                    <a:pt x="0" y="6560419"/>
                  </a:ln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23"/>
            <p:cNvSpPr/>
            <p:nvPr/>
          </p:nvSpPr>
          <p:spPr>
            <a:xfrm>
              <a:off x="8782375" y="4781775"/>
              <a:ext cx="183900" cy="183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 SemiBold"/>
              <a:buNone/>
              <a:defRPr sz="3000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4" r:id="rId2"/>
    <p:sldLayoutId id="2147483655" r:id="rId3"/>
    <p:sldLayoutId id="2147483656" r:id="rId4"/>
    <p:sldLayoutId id="2147483658" r:id="rId5"/>
    <p:sldLayoutId id="2147483668" r:id="rId6"/>
    <p:sldLayoutId id="2147483669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7"/>
          <p:cNvSpPr txBox="1">
            <a:spLocks noGrp="1"/>
          </p:cNvSpPr>
          <p:nvPr>
            <p:ph type="ctrTitle"/>
          </p:nvPr>
        </p:nvSpPr>
        <p:spPr>
          <a:xfrm>
            <a:off x="951319" y="1261135"/>
            <a:ext cx="7241359" cy="152778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Отчет о стажировке</a:t>
            </a:r>
            <a:br>
              <a:rPr lang="en-US" sz="2800" b="1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</a:br>
            <a:br>
              <a:rPr lang="ru-RU" sz="2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ru-RU" sz="28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Тема: Разработка консольного файлового менеджера на C++</a:t>
            </a:r>
            <a:endParaRPr sz="28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26" name="Google Shape;226;p27"/>
          <p:cNvSpPr txBox="1">
            <a:spLocks noGrp="1"/>
          </p:cNvSpPr>
          <p:nvPr>
            <p:ph type="subTitle" idx="1"/>
          </p:nvPr>
        </p:nvSpPr>
        <p:spPr>
          <a:xfrm>
            <a:off x="5524500" y="2965584"/>
            <a:ext cx="3299045" cy="16391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Выполнили:</a:t>
            </a:r>
            <a:br>
              <a:rPr lang="ru-RU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ru-RU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Бурыкин И.И., Троицкий Т.С., Соловьев Д.А., </a:t>
            </a:r>
            <a:r>
              <a:rPr lang="ru-RU" b="0" i="0" dirty="0" err="1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Торган</a:t>
            </a:r>
            <a:r>
              <a:rPr lang="ru-RU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Ф.Г., Кузнецова К.С., Лескова В.С</a:t>
            </a:r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  <a:endParaRPr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67D494A-C899-9C49-9C0E-CA49396CF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1736" y="538204"/>
            <a:ext cx="2140527" cy="641408"/>
          </a:xfrm>
          <a:prstGeom prst="rect">
            <a:avLst/>
          </a:prstGeom>
        </p:spPr>
      </p:pic>
      <p:sp>
        <p:nvSpPr>
          <p:cNvPr id="6" name="Google Shape;226;p27">
            <a:extLst>
              <a:ext uri="{FF2B5EF4-FFF2-40B4-BE49-F238E27FC236}">
                <a16:creationId xmlns:a16="http://schemas.microsoft.com/office/drawing/2014/main" id="{053BFDD1-A500-66A0-B786-F715DBEA67C5}"/>
              </a:ext>
            </a:extLst>
          </p:cNvPr>
          <p:cNvSpPr txBox="1">
            <a:spLocks/>
          </p:cNvSpPr>
          <p:nvPr/>
        </p:nvSpPr>
        <p:spPr>
          <a:xfrm>
            <a:off x="320450" y="2965584"/>
            <a:ext cx="3299045" cy="163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/>
            <a:r>
              <a:rPr lang="ru-RU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Проверил: Гаврилов А.Г.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Google Shape;226;p27">
            <a:extLst>
              <a:ext uri="{FF2B5EF4-FFF2-40B4-BE49-F238E27FC236}">
                <a16:creationId xmlns:a16="http://schemas.microsoft.com/office/drawing/2014/main" id="{DDA7241F-7CDE-BCC5-9039-384D73856290}"/>
              </a:ext>
            </a:extLst>
          </p:cNvPr>
          <p:cNvSpPr txBox="1">
            <a:spLocks/>
          </p:cNvSpPr>
          <p:nvPr/>
        </p:nvSpPr>
        <p:spPr>
          <a:xfrm>
            <a:off x="320454" y="4382399"/>
            <a:ext cx="8503087" cy="445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/>
            <a:r>
              <a:rPr lang="ru-RU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Москва 2026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481B5C-D5CA-4DF4-BBC1-B8C007EBA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881" y="527100"/>
            <a:ext cx="7885230" cy="369300"/>
          </a:xfrm>
        </p:spPr>
        <p:txBody>
          <a:bodyPr/>
          <a:lstStyle/>
          <a:p>
            <a:pPr algn="l"/>
            <a:r>
              <a:rPr lang="ru-RU" sz="2400" b="1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Цель и актуальность</a:t>
            </a:r>
            <a:endParaRPr lang="ru-RU" sz="24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Google Shape;725;p53">
            <a:extLst>
              <a:ext uri="{FF2B5EF4-FFF2-40B4-BE49-F238E27FC236}">
                <a16:creationId xmlns:a16="http://schemas.microsoft.com/office/drawing/2014/main" id="{9DDF5BFA-AB8E-6C32-1BBA-7FF51A829C44}"/>
              </a:ext>
            </a:extLst>
          </p:cNvPr>
          <p:cNvSpPr/>
          <p:nvPr/>
        </p:nvSpPr>
        <p:spPr>
          <a:xfrm>
            <a:off x="641552" y="1136455"/>
            <a:ext cx="303329" cy="228150"/>
          </a:xfrm>
          <a:custGeom>
            <a:avLst/>
            <a:gdLst/>
            <a:ahLst/>
            <a:cxnLst/>
            <a:rect l="l" t="t" r="r" b="b"/>
            <a:pathLst>
              <a:path w="2821" h="2122" extrusionOk="0">
                <a:moveTo>
                  <a:pt x="1761" y="1"/>
                </a:moveTo>
                <a:lnTo>
                  <a:pt x="1400" y="361"/>
                </a:lnTo>
                <a:lnTo>
                  <a:pt x="1847" y="808"/>
                </a:lnTo>
                <a:lnTo>
                  <a:pt x="1" y="808"/>
                </a:lnTo>
                <a:lnTo>
                  <a:pt x="1" y="1321"/>
                </a:lnTo>
                <a:lnTo>
                  <a:pt x="1847" y="1321"/>
                </a:lnTo>
                <a:lnTo>
                  <a:pt x="1400" y="1768"/>
                </a:lnTo>
                <a:lnTo>
                  <a:pt x="1761" y="2121"/>
                </a:lnTo>
                <a:lnTo>
                  <a:pt x="2821" y="1061"/>
                </a:lnTo>
                <a:lnTo>
                  <a:pt x="1761" y="1"/>
                </a:lnTo>
                <a:close/>
              </a:path>
            </a:pathLst>
          </a:custGeom>
          <a:noFill/>
          <a:ln w="9525" cap="flat" cmpd="sng">
            <a:solidFill>
              <a:srgbClr val="869F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F9D13701-8139-1B13-46A2-CAA26E58E49C}"/>
              </a:ext>
            </a:extLst>
          </p:cNvPr>
          <p:cNvSpPr txBox="1">
            <a:spLocks/>
          </p:cNvSpPr>
          <p:nvPr/>
        </p:nvSpPr>
        <p:spPr>
          <a:xfrm>
            <a:off x="944881" y="1061946"/>
            <a:ext cx="7656628" cy="883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aven Pro SemiBold"/>
              <a:buNone/>
              <a:defRPr sz="10000" b="0" i="0" u="none" strike="noStrike" cap="none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aven Pro"/>
              <a:buNone/>
              <a:defRPr sz="48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aven Pro"/>
              <a:buNone/>
              <a:defRPr sz="48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aven Pro"/>
              <a:buNone/>
              <a:defRPr sz="48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aven Pro"/>
              <a:buNone/>
              <a:defRPr sz="48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aven Pro"/>
              <a:buNone/>
              <a:defRPr sz="48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aven Pro"/>
              <a:buNone/>
              <a:defRPr sz="48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aven Pro"/>
              <a:buNone/>
              <a:defRPr sz="48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aven Pro"/>
              <a:buNone/>
              <a:defRPr sz="48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algn="l"/>
            <a:r>
              <a:rPr lang="ru-RU" sz="2000" b="1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Цель:</a:t>
            </a:r>
            <a:br>
              <a:rPr lang="ru-RU" sz="20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ru-RU" sz="20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Разработать консольный файловый менеджер на C++ для работы в средах без графического интерфейса.</a:t>
            </a:r>
            <a:endParaRPr lang="ru-RU" sz="20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Google Shape;725;p53">
            <a:extLst>
              <a:ext uri="{FF2B5EF4-FFF2-40B4-BE49-F238E27FC236}">
                <a16:creationId xmlns:a16="http://schemas.microsoft.com/office/drawing/2014/main" id="{DB93B0E0-F15F-CD2B-C116-99CE16307B77}"/>
              </a:ext>
            </a:extLst>
          </p:cNvPr>
          <p:cNvSpPr/>
          <p:nvPr/>
        </p:nvSpPr>
        <p:spPr>
          <a:xfrm>
            <a:off x="641552" y="2646259"/>
            <a:ext cx="303329" cy="228150"/>
          </a:xfrm>
          <a:custGeom>
            <a:avLst/>
            <a:gdLst/>
            <a:ahLst/>
            <a:cxnLst/>
            <a:rect l="l" t="t" r="r" b="b"/>
            <a:pathLst>
              <a:path w="2821" h="2122" extrusionOk="0">
                <a:moveTo>
                  <a:pt x="1761" y="1"/>
                </a:moveTo>
                <a:lnTo>
                  <a:pt x="1400" y="361"/>
                </a:lnTo>
                <a:lnTo>
                  <a:pt x="1847" y="808"/>
                </a:lnTo>
                <a:lnTo>
                  <a:pt x="1" y="808"/>
                </a:lnTo>
                <a:lnTo>
                  <a:pt x="1" y="1321"/>
                </a:lnTo>
                <a:lnTo>
                  <a:pt x="1847" y="1321"/>
                </a:lnTo>
                <a:lnTo>
                  <a:pt x="1400" y="1768"/>
                </a:lnTo>
                <a:lnTo>
                  <a:pt x="1761" y="2121"/>
                </a:lnTo>
                <a:lnTo>
                  <a:pt x="2821" y="1061"/>
                </a:lnTo>
                <a:lnTo>
                  <a:pt x="1761" y="1"/>
                </a:lnTo>
                <a:close/>
              </a:path>
            </a:pathLst>
          </a:custGeom>
          <a:noFill/>
          <a:ln w="9525" cap="flat" cmpd="sng">
            <a:solidFill>
              <a:srgbClr val="869F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FAA7758F-B7DE-D3E7-795F-223B4931C355}"/>
              </a:ext>
            </a:extLst>
          </p:cNvPr>
          <p:cNvSpPr txBox="1">
            <a:spLocks/>
          </p:cNvSpPr>
          <p:nvPr/>
        </p:nvSpPr>
        <p:spPr>
          <a:xfrm>
            <a:off x="944881" y="2571750"/>
            <a:ext cx="7656628" cy="883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aven Pro SemiBold"/>
              <a:buNone/>
              <a:defRPr sz="10000" b="0" i="0" u="none" strike="noStrike" cap="none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aven Pro"/>
              <a:buNone/>
              <a:defRPr sz="48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aven Pro"/>
              <a:buNone/>
              <a:defRPr sz="48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aven Pro"/>
              <a:buNone/>
              <a:defRPr sz="48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aven Pro"/>
              <a:buNone/>
              <a:defRPr sz="48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aven Pro"/>
              <a:buNone/>
              <a:defRPr sz="48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aven Pro"/>
              <a:buNone/>
              <a:defRPr sz="48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aven Pro"/>
              <a:buNone/>
              <a:defRPr sz="48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aven Pro"/>
              <a:buNone/>
              <a:defRPr sz="48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algn="l"/>
            <a:r>
              <a:rPr lang="ru-RU" sz="2000" b="1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Актуальность:</a:t>
            </a:r>
          </a:p>
          <a:p>
            <a:pPr algn="l"/>
            <a:r>
              <a:rPr lang="ru-RU" sz="200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Необходим для удаленного доступа, серверов, встраиваемых систем и минималистичных окружений.</a:t>
            </a:r>
            <a:endParaRPr lang="ru-RU" sz="20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13" name="Google Shape;9635;p61">
            <a:extLst>
              <a:ext uri="{FF2B5EF4-FFF2-40B4-BE49-F238E27FC236}">
                <a16:creationId xmlns:a16="http://schemas.microsoft.com/office/drawing/2014/main" id="{F0FCB452-95CD-8555-E437-59E947D416EE}"/>
              </a:ext>
            </a:extLst>
          </p:cNvPr>
          <p:cNvGrpSpPr/>
          <p:nvPr/>
        </p:nvGrpSpPr>
        <p:grpSpPr>
          <a:xfrm>
            <a:off x="549615" y="524794"/>
            <a:ext cx="395266" cy="351312"/>
            <a:chOff x="7929578" y="4284365"/>
            <a:chExt cx="395266" cy="351312"/>
          </a:xfrm>
        </p:grpSpPr>
        <p:sp>
          <p:nvSpPr>
            <p:cNvPr id="14" name="Google Shape;9636;p61">
              <a:extLst>
                <a:ext uri="{FF2B5EF4-FFF2-40B4-BE49-F238E27FC236}">
                  <a16:creationId xmlns:a16="http://schemas.microsoft.com/office/drawing/2014/main" id="{B00FB69F-418F-09B8-324C-A62972503EBD}"/>
                </a:ext>
              </a:extLst>
            </p:cNvPr>
            <p:cNvSpPr/>
            <p:nvPr/>
          </p:nvSpPr>
          <p:spPr>
            <a:xfrm>
              <a:off x="7954213" y="4588668"/>
              <a:ext cx="11394" cy="47009"/>
            </a:xfrm>
            <a:custGeom>
              <a:avLst/>
              <a:gdLst/>
              <a:ahLst/>
              <a:cxnLst/>
              <a:rect l="l" t="t" r="r" b="b"/>
              <a:pathLst>
                <a:path w="358" h="1477" extrusionOk="0">
                  <a:moveTo>
                    <a:pt x="179" y="0"/>
                  </a:moveTo>
                  <a:cubicBezTo>
                    <a:pt x="84" y="0"/>
                    <a:pt x="0" y="84"/>
                    <a:pt x="0" y="179"/>
                  </a:cubicBezTo>
                  <a:lnTo>
                    <a:pt x="0" y="1298"/>
                  </a:lnTo>
                  <a:cubicBezTo>
                    <a:pt x="0" y="1405"/>
                    <a:pt x="84" y="1477"/>
                    <a:pt x="179" y="1477"/>
                  </a:cubicBezTo>
                  <a:cubicBezTo>
                    <a:pt x="286" y="1477"/>
                    <a:pt x="358" y="1405"/>
                    <a:pt x="358" y="1298"/>
                  </a:cubicBezTo>
                  <a:lnTo>
                    <a:pt x="358" y="179"/>
                  </a:lnTo>
                  <a:cubicBezTo>
                    <a:pt x="358" y="96"/>
                    <a:pt x="286" y="0"/>
                    <a:pt x="17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637;p61">
              <a:extLst>
                <a:ext uri="{FF2B5EF4-FFF2-40B4-BE49-F238E27FC236}">
                  <a16:creationId xmlns:a16="http://schemas.microsoft.com/office/drawing/2014/main" id="{BF8F0EFE-F8A4-4D46-3D02-741D3E6C40F7}"/>
                </a:ext>
              </a:extLst>
            </p:cNvPr>
            <p:cNvSpPr/>
            <p:nvPr/>
          </p:nvSpPr>
          <p:spPr>
            <a:xfrm>
              <a:off x="7929578" y="4432522"/>
              <a:ext cx="213372" cy="203155"/>
            </a:xfrm>
            <a:custGeom>
              <a:avLst/>
              <a:gdLst/>
              <a:ahLst/>
              <a:cxnLst/>
              <a:rect l="l" t="t" r="r" b="b"/>
              <a:pathLst>
                <a:path w="6704" h="6383" extrusionOk="0">
                  <a:moveTo>
                    <a:pt x="6192" y="1013"/>
                  </a:moveTo>
                  <a:lnTo>
                    <a:pt x="6275" y="1275"/>
                  </a:lnTo>
                  <a:cubicBezTo>
                    <a:pt x="6287" y="1358"/>
                    <a:pt x="6275" y="1430"/>
                    <a:pt x="6216" y="1489"/>
                  </a:cubicBezTo>
                  <a:lnTo>
                    <a:pt x="6108" y="1596"/>
                  </a:lnTo>
                  <a:lnTo>
                    <a:pt x="5858" y="1334"/>
                  </a:lnTo>
                  <a:lnTo>
                    <a:pt x="6192" y="1013"/>
                  </a:lnTo>
                  <a:close/>
                  <a:moveTo>
                    <a:pt x="1941" y="382"/>
                  </a:moveTo>
                  <a:cubicBezTo>
                    <a:pt x="2251" y="382"/>
                    <a:pt x="2536" y="501"/>
                    <a:pt x="2763" y="727"/>
                  </a:cubicBezTo>
                  <a:cubicBezTo>
                    <a:pt x="2965" y="953"/>
                    <a:pt x="3096" y="1251"/>
                    <a:pt x="3132" y="1573"/>
                  </a:cubicBezTo>
                  <a:cubicBezTo>
                    <a:pt x="3144" y="1692"/>
                    <a:pt x="3156" y="1846"/>
                    <a:pt x="3179" y="2001"/>
                  </a:cubicBezTo>
                  <a:cubicBezTo>
                    <a:pt x="2977" y="1680"/>
                    <a:pt x="2656" y="1430"/>
                    <a:pt x="2239" y="1287"/>
                  </a:cubicBezTo>
                  <a:cubicBezTo>
                    <a:pt x="1947" y="1199"/>
                    <a:pt x="1670" y="1191"/>
                    <a:pt x="1579" y="1191"/>
                  </a:cubicBezTo>
                  <a:cubicBezTo>
                    <a:pt x="1559" y="1191"/>
                    <a:pt x="1548" y="1192"/>
                    <a:pt x="1548" y="1192"/>
                  </a:cubicBezTo>
                  <a:cubicBezTo>
                    <a:pt x="1513" y="1192"/>
                    <a:pt x="1465" y="1204"/>
                    <a:pt x="1429" y="1251"/>
                  </a:cubicBezTo>
                  <a:lnTo>
                    <a:pt x="1108" y="1585"/>
                  </a:lnTo>
                  <a:cubicBezTo>
                    <a:pt x="1036" y="1668"/>
                    <a:pt x="1036" y="1787"/>
                    <a:pt x="1108" y="1846"/>
                  </a:cubicBezTo>
                  <a:cubicBezTo>
                    <a:pt x="1143" y="1882"/>
                    <a:pt x="1191" y="1900"/>
                    <a:pt x="1237" y="1900"/>
                  </a:cubicBezTo>
                  <a:cubicBezTo>
                    <a:pt x="1283" y="1900"/>
                    <a:pt x="1328" y="1882"/>
                    <a:pt x="1358" y="1846"/>
                  </a:cubicBezTo>
                  <a:lnTo>
                    <a:pt x="1632" y="1561"/>
                  </a:lnTo>
                  <a:cubicBezTo>
                    <a:pt x="1870" y="1573"/>
                    <a:pt x="2620" y="1668"/>
                    <a:pt x="2906" y="2299"/>
                  </a:cubicBezTo>
                  <a:cubicBezTo>
                    <a:pt x="2834" y="2763"/>
                    <a:pt x="2417" y="3120"/>
                    <a:pt x="1929" y="3120"/>
                  </a:cubicBezTo>
                  <a:cubicBezTo>
                    <a:pt x="1393" y="3120"/>
                    <a:pt x="941" y="2680"/>
                    <a:pt x="941" y="2144"/>
                  </a:cubicBezTo>
                  <a:cubicBezTo>
                    <a:pt x="941" y="2037"/>
                    <a:pt x="870" y="1966"/>
                    <a:pt x="762" y="1966"/>
                  </a:cubicBezTo>
                  <a:cubicBezTo>
                    <a:pt x="751" y="1966"/>
                    <a:pt x="715" y="1966"/>
                    <a:pt x="703" y="1977"/>
                  </a:cubicBezTo>
                  <a:cubicBezTo>
                    <a:pt x="715" y="1835"/>
                    <a:pt x="751" y="1680"/>
                    <a:pt x="751" y="1573"/>
                  </a:cubicBezTo>
                  <a:cubicBezTo>
                    <a:pt x="774" y="1251"/>
                    <a:pt x="893" y="953"/>
                    <a:pt x="1120" y="727"/>
                  </a:cubicBezTo>
                  <a:cubicBezTo>
                    <a:pt x="1334" y="501"/>
                    <a:pt x="1632" y="382"/>
                    <a:pt x="1941" y="382"/>
                  </a:cubicBezTo>
                  <a:close/>
                  <a:moveTo>
                    <a:pt x="631" y="2442"/>
                  </a:moveTo>
                  <a:cubicBezTo>
                    <a:pt x="703" y="2763"/>
                    <a:pt x="917" y="3049"/>
                    <a:pt x="1179" y="3228"/>
                  </a:cubicBezTo>
                  <a:lnTo>
                    <a:pt x="1179" y="3442"/>
                  </a:lnTo>
                  <a:lnTo>
                    <a:pt x="1167" y="3442"/>
                  </a:lnTo>
                  <a:cubicBezTo>
                    <a:pt x="822" y="3382"/>
                    <a:pt x="572" y="3287"/>
                    <a:pt x="417" y="3216"/>
                  </a:cubicBezTo>
                  <a:cubicBezTo>
                    <a:pt x="405" y="3216"/>
                    <a:pt x="417" y="3204"/>
                    <a:pt x="417" y="3204"/>
                  </a:cubicBezTo>
                  <a:cubicBezTo>
                    <a:pt x="501" y="2989"/>
                    <a:pt x="572" y="2728"/>
                    <a:pt x="631" y="2442"/>
                  </a:cubicBezTo>
                  <a:close/>
                  <a:moveTo>
                    <a:pt x="3239" y="2454"/>
                  </a:moveTo>
                  <a:cubicBezTo>
                    <a:pt x="3275" y="2692"/>
                    <a:pt x="3334" y="2942"/>
                    <a:pt x="3418" y="3144"/>
                  </a:cubicBezTo>
                  <a:lnTo>
                    <a:pt x="3084" y="3454"/>
                  </a:lnTo>
                  <a:cubicBezTo>
                    <a:pt x="3037" y="3478"/>
                    <a:pt x="3001" y="3513"/>
                    <a:pt x="2941" y="3513"/>
                  </a:cubicBezTo>
                  <a:lnTo>
                    <a:pt x="2894" y="3513"/>
                  </a:lnTo>
                  <a:cubicBezTo>
                    <a:pt x="2775" y="3513"/>
                    <a:pt x="2679" y="3418"/>
                    <a:pt x="2679" y="3299"/>
                  </a:cubicBezTo>
                  <a:lnTo>
                    <a:pt x="2679" y="3239"/>
                  </a:lnTo>
                  <a:cubicBezTo>
                    <a:pt x="2953" y="3061"/>
                    <a:pt x="3144" y="2787"/>
                    <a:pt x="3239" y="2454"/>
                  </a:cubicBezTo>
                  <a:close/>
                  <a:moveTo>
                    <a:pt x="2358" y="3418"/>
                  </a:moveTo>
                  <a:cubicBezTo>
                    <a:pt x="2370" y="3525"/>
                    <a:pt x="2429" y="3620"/>
                    <a:pt x="2489" y="3692"/>
                  </a:cubicBezTo>
                  <a:lnTo>
                    <a:pt x="2203" y="3954"/>
                  </a:lnTo>
                  <a:cubicBezTo>
                    <a:pt x="2132" y="4031"/>
                    <a:pt x="2033" y="4070"/>
                    <a:pt x="1934" y="4070"/>
                  </a:cubicBezTo>
                  <a:cubicBezTo>
                    <a:pt x="1834" y="4070"/>
                    <a:pt x="1733" y="4031"/>
                    <a:pt x="1655" y="3954"/>
                  </a:cubicBezTo>
                  <a:lnTo>
                    <a:pt x="1489" y="3799"/>
                  </a:lnTo>
                  <a:cubicBezTo>
                    <a:pt x="1524" y="3740"/>
                    <a:pt x="1536" y="3680"/>
                    <a:pt x="1536" y="3620"/>
                  </a:cubicBezTo>
                  <a:lnTo>
                    <a:pt x="1536" y="3418"/>
                  </a:lnTo>
                  <a:cubicBezTo>
                    <a:pt x="1667" y="3466"/>
                    <a:pt x="1810" y="3478"/>
                    <a:pt x="1941" y="3478"/>
                  </a:cubicBezTo>
                  <a:cubicBezTo>
                    <a:pt x="2084" y="3478"/>
                    <a:pt x="2227" y="3454"/>
                    <a:pt x="2358" y="3418"/>
                  </a:cubicBezTo>
                  <a:close/>
                  <a:moveTo>
                    <a:pt x="1941" y="1"/>
                  </a:moveTo>
                  <a:cubicBezTo>
                    <a:pt x="1120" y="1"/>
                    <a:pt x="465" y="656"/>
                    <a:pt x="393" y="1537"/>
                  </a:cubicBezTo>
                  <a:cubicBezTo>
                    <a:pt x="358" y="1882"/>
                    <a:pt x="239" y="2644"/>
                    <a:pt x="72" y="3061"/>
                  </a:cubicBezTo>
                  <a:cubicBezTo>
                    <a:pt x="0" y="3251"/>
                    <a:pt x="96" y="3454"/>
                    <a:pt x="274" y="3537"/>
                  </a:cubicBezTo>
                  <a:cubicBezTo>
                    <a:pt x="405" y="3597"/>
                    <a:pt x="608" y="3692"/>
                    <a:pt x="893" y="3751"/>
                  </a:cubicBezTo>
                  <a:lnTo>
                    <a:pt x="417" y="3990"/>
                  </a:lnTo>
                  <a:cubicBezTo>
                    <a:pt x="155" y="4121"/>
                    <a:pt x="0" y="4371"/>
                    <a:pt x="0" y="4668"/>
                  </a:cubicBezTo>
                  <a:lnTo>
                    <a:pt x="0" y="6204"/>
                  </a:lnTo>
                  <a:cubicBezTo>
                    <a:pt x="0" y="6311"/>
                    <a:pt x="72" y="6383"/>
                    <a:pt x="179" y="6383"/>
                  </a:cubicBezTo>
                  <a:cubicBezTo>
                    <a:pt x="286" y="6383"/>
                    <a:pt x="358" y="6311"/>
                    <a:pt x="358" y="6204"/>
                  </a:cubicBezTo>
                  <a:lnTo>
                    <a:pt x="358" y="4668"/>
                  </a:lnTo>
                  <a:cubicBezTo>
                    <a:pt x="358" y="4525"/>
                    <a:pt x="453" y="4371"/>
                    <a:pt x="584" y="4311"/>
                  </a:cubicBezTo>
                  <a:lnTo>
                    <a:pt x="1191" y="4013"/>
                  </a:lnTo>
                  <a:lnTo>
                    <a:pt x="1405" y="4216"/>
                  </a:lnTo>
                  <a:cubicBezTo>
                    <a:pt x="1548" y="4347"/>
                    <a:pt x="1739" y="4418"/>
                    <a:pt x="1929" y="4418"/>
                  </a:cubicBezTo>
                  <a:cubicBezTo>
                    <a:pt x="2120" y="4418"/>
                    <a:pt x="2310" y="4347"/>
                    <a:pt x="2453" y="4216"/>
                  </a:cubicBezTo>
                  <a:lnTo>
                    <a:pt x="2822" y="3859"/>
                  </a:lnTo>
                  <a:lnTo>
                    <a:pt x="2929" y="3859"/>
                  </a:lnTo>
                  <a:cubicBezTo>
                    <a:pt x="3084" y="3859"/>
                    <a:pt x="3215" y="3799"/>
                    <a:pt x="3322" y="3692"/>
                  </a:cubicBezTo>
                  <a:lnTo>
                    <a:pt x="5584" y="1561"/>
                  </a:lnTo>
                  <a:lnTo>
                    <a:pt x="5835" y="1811"/>
                  </a:lnTo>
                  <a:lnTo>
                    <a:pt x="3001" y="4656"/>
                  </a:lnTo>
                  <a:cubicBezTo>
                    <a:pt x="2822" y="4835"/>
                    <a:pt x="2715" y="5073"/>
                    <a:pt x="2715" y="5347"/>
                  </a:cubicBezTo>
                  <a:lnTo>
                    <a:pt x="2715" y="6192"/>
                  </a:lnTo>
                  <a:cubicBezTo>
                    <a:pt x="2715" y="6299"/>
                    <a:pt x="2787" y="6371"/>
                    <a:pt x="2894" y="6371"/>
                  </a:cubicBezTo>
                  <a:cubicBezTo>
                    <a:pt x="3001" y="6371"/>
                    <a:pt x="3072" y="6299"/>
                    <a:pt x="3072" y="6192"/>
                  </a:cubicBezTo>
                  <a:lnTo>
                    <a:pt x="3072" y="5371"/>
                  </a:lnTo>
                  <a:cubicBezTo>
                    <a:pt x="3072" y="5204"/>
                    <a:pt x="3132" y="5061"/>
                    <a:pt x="3251" y="4954"/>
                  </a:cubicBezTo>
                  <a:lnTo>
                    <a:pt x="6466" y="1739"/>
                  </a:lnTo>
                  <a:cubicBezTo>
                    <a:pt x="6597" y="1608"/>
                    <a:pt x="6656" y="1394"/>
                    <a:pt x="6608" y="1204"/>
                  </a:cubicBezTo>
                  <a:lnTo>
                    <a:pt x="6513" y="727"/>
                  </a:lnTo>
                  <a:lnTo>
                    <a:pt x="6632" y="608"/>
                  </a:lnTo>
                  <a:cubicBezTo>
                    <a:pt x="6704" y="537"/>
                    <a:pt x="6704" y="430"/>
                    <a:pt x="6644" y="358"/>
                  </a:cubicBezTo>
                  <a:cubicBezTo>
                    <a:pt x="6607" y="321"/>
                    <a:pt x="6560" y="303"/>
                    <a:pt x="6513" y="303"/>
                  </a:cubicBezTo>
                  <a:cubicBezTo>
                    <a:pt x="6470" y="303"/>
                    <a:pt x="6428" y="318"/>
                    <a:pt x="6394" y="346"/>
                  </a:cubicBezTo>
                  <a:lnTo>
                    <a:pt x="3727" y="2858"/>
                  </a:lnTo>
                  <a:cubicBezTo>
                    <a:pt x="3608" y="2430"/>
                    <a:pt x="3501" y="1846"/>
                    <a:pt x="3489" y="1537"/>
                  </a:cubicBezTo>
                  <a:cubicBezTo>
                    <a:pt x="3429" y="656"/>
                    <a:pt x="2751" y="1"/>
                    <a:pt x="194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9638;p61">
              <a:extLst>
                <a:ext uri="{FF2B5EF4-FFF2-40B4-BE49-F238E27FC236}">
                  <a16:creationId xmlns:a16="http://schemas.microsoft.com/office/drawing/2014/main" id="{71C9DFEC-D687-F38C-2B52-A261C340DA62}"/>
                </a:ext>
              </a:extLst>
            </p:cNvPr>
            <p:cNvSpPr/>
            <p:nvPr/>
          </p:nvSpPr>
          <p:spPr>
            <a:xfrm>
              <a:off x="8090243" y="4284365"/>
              <a:ext cx="234601" cy="196344"/>
            </a:xfrm>
            <a:custGeom>
              <a:avLst/>
              <a:gdLst/>
              <a:ahLst/>
              <a:cxnLst/>
              <a:rect l="l" t="t" r="r" b="b"/>
              <a:pathLst>
                <a:path w="7371" h="6169" extrusionOk="0">
                  <a:moveTo>
                    <a:pt x="572" y="1"/>
                  </a:moveTo>
                  <a:cubicBezTo>
                    <a:pt x="251" y="1"/>
                    <a:pt x="1" y="251"/>
                    <a:pt x="1" y="560"/>
                  </a:cubicBezTo>
                  <a:lnTo>
                    <a:pt x="1" y="5275"/>
                  </a:lnTo>
                  <a:cubicBezTo>
                    <a:pt x="1" y="5382"/>
                    <a:pt x="72" y="5454"/>
                    <a:pt x="179" y="5454"/>
                  </a:cubicBezTo>
                  <a:cubicBezTo>
                    <a:pt x="286" y="5454"/>
                    <a:pt x="358" y="5382"/>
                    <a:pt x="358" y="5275"/>
                  </a:cubicBezTo>
                  <a:lnTo>
                    <a:pt x="358" y="560"/>
                  </a:lnTo>
                  <a:cubicBezTo>
                    <a:pt x="358" y="441"/>
                    <a:pt x="453" y="358"/>
                    <a:pt x="572" y="358"/>
                  </a:cubicBezTo>
                  <a:lnTo>
                    <a:pt x="6787" y="358"/>
                  </a:lnTo>
                  <a:cubicBezTo>
                    <a:pt x="6906" y="358"/>
                    <a:pt x="7002" y="441"/>
                    <a:pt x="7002" y="560"/>
                  </a:cubicBezTo>
                  <a:lnTo>
                    <a:pt x="7002" y="5608"/>
                  </a:lnTo>
                  <a:cubicBezTo>
                    <a:pt x="7002" y="5728"/>
                    <a:pt x="6906" y="5811"/>
                    <a:pt x="6787" y="5811"/>
                  </a:cubicBezTo>
                  <a:lnTo>
                    <a:pt x="2191" y="5811"/>
                  </a:lnTo>
                  <a:cubicBezTo>
                    <a:pt x="2084" y="5811"/>
                    <a:pt x="2013" y="5894"/>
                    <a:pt x="2013" y="5989"/>
                  </a:cubicBezTo>
                  <a:cubicBezTo>
                    <a:pt x="2013" y="6097"/>
                    <a:pt x="2084" y="6168"/>
                    <a:pt x="2191" y="6168"/>
                  </a:cubicBezTo>
                  <a:lnTo>
                    <a:pt x="6787" y="6168"/>
                  </a:lnTo>
                  <a:cubicBezTo>
                    <a:pt x="7097" y="6168"/>
                    <a:pt x="7359" y="5918"/>
                    <a:pt x="7359" y="5608"/>
                  </a:cubicBezTo>
                  <a:lnTo>
                    <a:pt x="7359" y="560"/>
                  </a:lnTo>
                  <a:cubicBezTo>
                    <a:pt x="7371" y="251"/>
                    <a:pt x="7097" y="1"/>
                    <a:pt x="678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9639;p61">
              <a:extLst>
                <a:ext uri="{FF2B5EF4-FFF2-40B4-BE49-F238E27FC236}">
                  <a16:creationId xmlns:a16="http://schemas.microsoft.com/office/drawing/2014/main" id="{559F50CF-433E-9042-8BCB-DC04EF7D00C8}"/>
                </a:ext>
              </a:extLst>
            </p:cNvPr>
            <p:cNvSpPr/>
            <p:nvPr/>
          </p:nvSpPr>
          <p:spPr>
            <a:xfrm>
              <a:off x="8145591" y="4309382"/>
              <a:ext cx="136063" cy="135299"/>
            </a:xfrm>
            <a:custGeom>
              <a:avLst/>
              <a:gdLst/>
              <a:ahLst/>
              <a:cxnLst/>
              <a:rect l="l" t="t" r="r" b="b"/>
              <a:pathLst>
                <a:path w="4275" h="4251" extrusionOk="0">
                  <a:moveTo>
                    <a:pt x="1953" y="739"/>
                  </a:moveTo>
                  <a:cubicBezTo>
                    <a:pt x="2322" y="739"/>
                    <a:pt x="2655" y="882"/>
                    <a:pt x="2917" y="1084"/>
                  </a:cubicBezTo>
                  <a:lnTo>
                    <a:pt x="1822" y="2179"/>
                  </a:lnTo>
                  <a:cubicBezTo>
                    <a:pt x="1750" y="2263"/>
                    <a:pt x="1750" y="2382"/>
                    <a:pt x="1822" y="2441"/>
                  </a:cubicBezTo>
                  <a:cubicBezTo>
                    <a:pt x="1845" y="2465"/>
                    <a:pt x="1905" y="2501"/>
                    <a:pt x="1953" y="2501"/>
                  </a:cubicBezTo>
                  <a:cubicBezTo>
                    <a:pt x="2000" y="2501"/>
                    <a:pt x="2048" y="2477"/>
                    <a:pt x="2084" y="2441"/>
                  </a:cubicBezTo>
                  <a:lnTo>
                    <a:pt x="2643" y="1882"/>
                  </a:lnTo>
                  <a:cubicBezTo>
                    <a:pt x="2715" y="2001"/>
                    <a:pt x="2762" y="2155"/>
                    <a:pt x="2762" y="2298"/>
                  </a:cubicBezTo>
                  <a:cubicBezTo>
                    <a:pt x="2762" y="2739"/>
                    <a:pt x="2405" y="3096"/>
                    <a:pt x="1965" y="3096"/>
                  </a:cubicBezTo>
                  <a:cubicBezTo>
                    <a:pt x="1536" y="3096"/>
                    <a:pt x="1179" y="2739"/>
                    <a:pt x="1179" y="2298"/>
                  </a:cubicBezTo>
                  <a:cubicBezTo>
                    <a:pt x="1179" y="1870"/>
                    <a:pt x="1536" y="1513"/>
                    <a:pt x="1965" y="1513"/>
                  </a:cubicBezTo>
                  <a:cubicBezTo>
                    <a:pt x="2072" y="1513"/>
                    <a:pt x="2143" y="1441"/>
                    <a:pt x="2143" y="1334"/>
                  </a:cubicBezTo>
                  <a:cubicBezTo>
                    <a:pt x="2143" y="1227"/>
                    <a:pt x="2072" y="1155"/>
                    <a:pt x="1965" y="1155"/>
                  </a:cubicBezTo>
                  <a:cubicBezTo>
                    <a:pt x="1334" y="1155"/>
                    <a:pt x="822" y="1679"/>
                    <a:pt x="822" y="2298"/>
                  </a:cubicBezTo>
                  <a:cubicBezTo>
                    <a:pt x="822" y="2941"/>
                    <a:pt x="1345" y="3453"/>
                    <a:pt x="1965" y="3453"/>
                  </a:cubicBezTo>
                  <a:cubicBezTo>
                    <a:pt x="2607" y="3453"/>
                    <a:pt x="3119" y="2929"/>
                    <a:pt x="3119" y="2298"/>
                  </a:cubicBezTo>
                  <a:cubicBezTo>
                    <a:pt x="3119" y="2060"/>
                    <a:pt x="3036" y="1822"/>
                    <a:pt x="2893" y="1632"/>
                  </a:cubicBezTo>
                  <a:lnTo>
                    <a:pt x="3191" y="1334"/>
                  </a:lnTo>
                  <a:cubicBezTo>
                    <a:pt x="3381" y="1608"/>
                    <a:pt x="3512" y="1953"/>
                    <a:pt x="3512" y="2310"/>
                  </a:cubicBezTo>
                  <a:cubicBezTo>
                    <a:pt x="3512" y="3168"/>
                    <a:pt x="2822" y="3870"/>
                    <a:pt x="1953" y="3870"/>
                  </a:cubicBezTo>
                  <a:cubicBezTo>
                    <a:pt x="1095" y="3870"/>
                    <a:pt x="393" y="3168"/>
                    <a:pt x="393" y="2310"/>
                  </a:cubicBezTo>
                  <a:cubicBezTo>
                    <a:pt x="393" y="1441"/>
                    <a:pt x="1095" y="739"/>
                    <a:pt x="1953" y="739"/>
                  </a:cubicBezTo>
                  <a:close/>
                  <a:moveTo>
                    <a:pt x="3500" y="0"/>
                  </a:moveTo>
                  <a:cubicBezTo>
                    <a:pt x="3393" y="0"/>
                    <a:pt x="3322" y="72"/>
                    <a:pt x="3322" y="179"/>
                  </a:cubicBezTo>
                  <a:lnTo>
                    <a:pt x="3322" y="679"/>
                  </a:lnTo>
                  <a:lnTo>
                    <a:pt x="3179" y="834"/>
                  </a:lnTo>
                  <a:cubicBezTo>
                    <a:pt x="2846" y="548"/>
                    <a:pt x="2417" y="381"/>
                    <a:pt x="1941" y="381"/>
                  </a:cubicBezTo>
                  <a:cubicBezTo>
                    <a:pt x="869" y="381"/>
                    <a:pt x="0" y="1251"/>
                    <a:pt x="0" y="2322"/>
                  </a:cubicBezTo>
                  <a:cubicBezTo>
                    <a:pt x="0" y="3394"/>
                    <a:pt x="869" y="4251"/>
                    <a:pt x="1941" y="4251"/>
                  </a:cubicBezTo>
                  <a:cubicBezTo>
                    <a:pt x="3012" y="4251"/>
                    <a:pt x="3870" y="3394"/>
                    <a:pt x="3870" y="2322"/>
                  </a:cubicBezTo>
                  <a:cubicBezTo>
                    <a:pt x="3870" y="1858"/>
                    <a:pt x="3715" y="1429"/>
                    <a:pt x="3429" y="1084"/>
                  </a:cubicBezTo>
                  <a:lnTo>
                    <a:pt x="3572" y="941"/>
                  </a:lnTo>
                  <a:lnTo>
                    <a:pt x="4084" y="941"/>
                  </a:lnTo>
                  <a:cubicBezTo>
                    <a:pt x="4191" y="941"/>
                    <a:pt x="4262" y="858"/>
                    <a:pt x="4262" y="751"/>
                  </a:cubicBezTo>
                  <a:cubicBezTo>
                    <a:pt x="4262" y="655"/>
                    <a:pt x="4191" y="584"/>
                    <a:pt x="4084" y="584"/>
                  </a:cubicBezTo>
                  <a:lnTo>
                    <a:pt x="3929" y="584"/>
                  </a:lnTo>
                  <a:lnTo>
                    <a:pt x="4203" y="310"/>
                  </a:lnTo>
                  <a:cubicBezTo>
                    <a:pt x="4274" y="239"/>
                    <a:pt x="4274" y="120"/>
                    <a:pt x="4203" y="60"/>
                  </a:cubicBezTo>
                  <a:cubicBezTo>
                    <a:pt x="4167" y="24"/>
                    <a:pt x="4120" y="6"/>
                    <a:pt x="4073" y="6"/>
                  </a:cubicBezTo>
                  <a:cubicBezTo>
                    <a:pt x="4027" y="6"/>
                    <a:pt x="3983" y="24"/>
                    <a:pt x="3953" y="60"/>
                  </a:cubicBezTo>
                  <a:lnTo>
                    <a:pt x="3679" y="322"/>
                  </a:lnTo>
                  <a:lnTo>
                    <a:pt x="3679" y="179"/>
                  </a:lnTo>
                  <a:cubicBezTo>
                    <a:pt x="3679" y="72"/>
                    <a:pt x="3608" y="0"/>
                    <a:pt x="350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87809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481B5C-D5CA-4DF4-BBC1-B8C007EBA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6119" y="522240"/>
            <a:ext cx="7885230" cy="369300"/>
          </a:xfrm>
        </p:spPr>
        <p:txBody>
          <a:bodyPr/>
          <a:lstStyle/>
          <a:p>
            <a:pPr algn="l"/>
            <a:r>
              <a:rPr lang="ru-RU" sz="2400" b="1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Возможности программы</a:t>
            </a:r>
          </a:p>
        </p:txBody>
      </p:sp>
      <p:grpSp>
        <p:nvGrpSpPr>
          <p:cNvPr id="7" name="Google Shape;10956;p63">
            <a:extLst>
              <a:ext uri="{FF2B5EF4-FFF2-40B4-BE49-F238E27FC236}">
                <a16:creationId xmlns:a16="http://schemas.microsoft.com/office/drawing/2014/main" id="{3E571906-B9AD-23BE-1721-9D717BA83E68}"/>
              </a:ext>
            </a:extLst>
          </p:cNvPr>
          <p:cNvGrpSpPr/>
          <p:nvPr/>
        </p:nvGrpSpPr>
        <p:grpSpPr>
          <a:xfrm>
            <a:off x="595830" y="522240"/>
            <a:ext cx="301861" cy="332871"/>
            <a:chOff x="1396957" y="4287365"/>
            <a:chExt cx="301861" cy="332871"/>
          </a:xfrm>
        </p:grpSpPr>
        <p:sp>
          <p:nvSpPr>
            <p:cNvPr id="8" name="Google Shape;10957;p63">
              <a:extLst>
                <a:ext uri="{FF2B5EF4-FFF2-40B4-BE49-F238E27FC236}">
                  <a16:creationId xmlns:a16="http://schemas.microsoft.com/office/drawing/2014/main" id="{C076DE94-98D2-EF6A-4C87-5477AA17D24E}"/>
                </a:ext>
              </a:extLst>
            </p:cNvPr>
            <p:cNvSpPr/>
            <p:nvPr/>
          </p:nvSpPr>
          <p:spPr>
            <a:xfrm>
              <a:off x="1396957" y="4287365"/>
              <a:ext cx="301861" cy="332871"/>
            </a:xfrm>
            <a:custGeom>
              <a:avLst/>
              <a:gdLst/>
              <a:ahLst/>
              <a:cxnLst/>
              <a:rect l="l" t="t" r="r" b="b"/>
              <a:pathLst>
                <a:path w="9491" h="10466" extrusionOk="0">
                  <a:moveTo>
                    <a:pt x="751" y="2417"/>
                  </a:moveTo>
                  <a:lnTo>
                    <a:pt x="930" y="2619"/>
                  </a:lnTo>
                  <a:lnTo>
                    <a:pt x="513" y="2989"/>
                  </a:lnTo>
                  <a:lnTo>
                    <a:pt x="334" y="2786"/>
                  </a:lnTo>
                  <a:lnTo>
                    <a:pt x="751" y="2417"/>
                  </a:lnTo>
                  <a:close/>
                  <a:moveTo>
                    <a:pt x="1132" y="2834"/>
                  </a:moveTo>
                  <a:lnTo>
                    <a:pt x="3394" y="5346"/>
                  </a:lnTo>
                  <a:lnTo>
                    <a:pt x="3299" y="5429"/>
                  </a:lnTo>
                  <a:lnTo>
                    <a:pt x="1037" y="2917"/>
                  </a:lnTo>
                  <a:lnTo>
                    <a:pt x="1132" y="2834"/>
                  </a:lnTo>
                  <a:close/>
                  <a:moveTo>
                    <a:pt x="811" y="3131"/>
                  </a:moveTo>
                  <a:lnTo>
                    <a:pt x="3073" y="5644"/>
                  </a:lnTo>
                  <a:lnTo>
                    <a:pt x="2989" y="5727"/>
                  </a:lnTo>
                  <a:lnTo>
                    <a:pt x="727" y="3215"/>
                  </a:lnTo>
                  <a:lnTo>
                    <a:pt x="811" y="3131"/>
                  </a:lnTo>
                  <a:close/>
                  <a:moveTo>
                    <a:pt x="3478" y="5691"/>
                  </a:moveTo>
                  <a:lnTo>
                    <a:pt x="3597" y="5989"/>
                  </a:lnTo>
                  <a:lnTo>
                    <a:pt x="3299" y="5846"/>
                  </a:lnTo>
                  <a:lnTo>
                    <a:pt x="3478" y="5691"/>
                  </a:lnTo>
                  <a:close/>
                  <a:moveTo>
                    <a:pt x="3216" y="0"/>
                  </a:moveTo>
                  <a:cubicBezTo>
                    <a:pt x="3013" y="0"/>
                    <a:pt x="2858" y="167"/>
                    <a:pt x="2858" y="357"/>
                  </a:cubicBezTo>
                  <a:lnTo>
                    <a:pt x="2858" y="4286"/>
                  </a:lnTo>
                  <a:lnTo>
                    <a:pt x="977" y="2203"/>
                  </a:lnTo>
                  <a:cubicBezTo>
                    <a:pt x="918" y="2143"/>
                    <a:pt x="846" y="2119"/>
                    <a:pt x="775" y="2096"/>
                  </a:cubicBezTo>
                  <a:cubicBezTo>
                    <a:pt x="691" y="2096"/>
                    <a:pt x="608" y="2131"/>
                    <a:pt x="549" y="2167"/>
                  </a:cubicBezTo>
                  <a:lnTo>
                    <a:pt x="132" y="2548"/>
                  </a:lnTo>
                  <a:cubicBezTo>
                    <a:pt x="13" y="2667"/>
                    <a:pt x="1" y="2858"/>
                    <a:pt x="96" y="2977"/>
                  </a:cubicBezTo>
                  <a:lnTo>
                    <a:pt x="2751" y="5917"/>
                  </a:lnTo>
                  <a:cubicBezTo>
                    <a:pt x="2775" y="5953"/>
                    <a:pt x="2811" y="5977"/>
                    <a:pt x="2858" y="6001"/>
                  </a:cubicBezTo>
                  <a:lnTo>
                    <a:pt x="2858" y="8358"/>
                  </a:lnTo>
                  <a:lnTo>
                    <a:pt x="2263" y="8358"/>
                  </a:lnTo>
                  <a:cubicBezTo>
                    <a:pt x="2168" y="8358"/>
                    <a:pt x="2108" y="8442"/>
                    <a:pt x="2108" y="8513"/>
                  </a:cubicBezTo>
                  <a:cubicBezTo>
                    <a:pt x="2108" y="8596"/>
                    <a:pt x="2180" y="8656"/>
                    <a:pt x="2263" y="8656"/>
                  </a:cubicBezTo>
                  <a:lnTo>
                    <a:pt x="6502" y="8656"/>
                  </a:lnTo>
                  <a:cubicBezTo>
                    <a:pt x="6526" y="8656"/>
                    <a:pt x="6549" y="8692"/>
                    <a:pt x="6549" y="8704"/>
                  </a:cubicBezTo>
                  <a:lnTo>
                    <a:pt x="6549" y="9013"/>
                  </a:lnTo>
                  <a:cubicBezTo>
                    <a:pt x="6549" y="9477"/>
                    <a:pt x="6752" y="9882"/>
                    <a:pt x="7097" y="10144"/>
                  </a:cubicBezTo>
                  <a:lnTo>
                    <a:pt x="1644" y="10144"/>
                  </a:lnTo>
                  <a:cubicBezTo>
                    <a:pt x="1025" y="10144"/>
                    <a:pt x="513" y="9644"/>
                    <a:pt x="513" y="9013"/>
                  </a:cubicBezTo>
                  <a:lnTo>
                    <a:pt x="513" y="8704"/>
                  </a:lnTo>
                  <a:cubicBezTo>
                    <a:pt x="513" y="8680"/>
                    <a:pt x="549" y="8656"/>
                    <a:pt x="561" y="8656"/>
                  </a:cubicBezTo>
                  <a:lnTo>
                    <a:pt x="1573" y="8656"/>
                  </a:lnTo>
                  <a:cubicBezTo>
                    <a:pt x="1668" y="8656"/>
                    <a:pt x="1727" y="8584"/>
                    <a:pt x="1727" y="8513"/>
                  </a:cubicBezTo>
                  <a:cubicBezTo>
                    <a:pt x="1727" y="8418"/>
                    <a:pt x="1644" y="8358"/>
                    <a:pt x="1573" y="8358"/>
                  </a:cubicBezTo>
                  <a:lnTo>
                    <a:pt x="561" y="8358"/>
                  </a:lnTo>
                  <a:cubicBezTo>
                    <a:pt x="370" y="8358"/>
                    <a:pt x="203" y="8525"/>
                    <a:pt x="203" y="8715"/>
                  </a:cubicBezTo>
                  <a:lnTo>
                    <a:pt x="203" y="9037"/>
                  </a:lnTo>
                  <a:cubicBezTo>
                    <a:pt x="203" y="9823"/>
                    <a:pt x="846" y="10466"/>
                    <a:pt x="1632" y="10466"/>
                  </a:cubicBezTo>
                  <a:lnTo>
                    <a:pt x="8050" y="10466"/>
                  </a:lnTo>
                  <a:cubicBezTo>
                    <a:pt x="8835" y="10466"/>
                    <a:pt x="9478" y="9823"/>
                    <a:pt x="9478" y="9037"/>
                  </a:cubicBezTo>
                  <a:lnTo>
                    <a:pt x="9478" y="4846"/>
                  </a:lnTo>
                  <a:cubicBezTo>
                    <a:pt x="9478" y="4763"/>
                    <a:pt x="9407" y="4703"/>
                    <a:pt x="9324" y="4703"/>
                  </a:cubicBezTo>
                  <a:cubicBezTo>
                    <a:pt x="9240" y="4703"/>
                    <a:pt x="9181" y="4774"/>
                    <a:pt x="9181" y="4846"/>
                  </a:cubicBezTo>
                  <a:lnTo>
                    <a:pt x="9181" y="9037"/>
                  </a:lnTo>
                  <a:cubicBezTo>
                    <a:pt x="9181" y="9656"/>
                    <a:pt x="8669" y="10168"/>
                    <a:pt x="8050" y="10168"/>
                  </a:cubicBezTo>
                  <a:lnTo>
                    <a:pt x="7978" y="10168"/>
                  </a:lnTo>
                  <a:cubicBezTo>
                    <a:pt x="7347" y="10168"/>
                    <a:pt x="6847" y="9656"/>
                    <a:pt x="6847" y="9037"/>
                  </a:cubicBezTo>
                  <a:lnTo>
                    <a:pt x="6847" y="8715"/>
                  </a:lnTo>
                  <a:cubicBezTo>
                    <a:pt x="6847" y="8525"/>
                    <a:pt x="6680" y="8358"/>
                    <a:pt x="6490" y="8358"/>
                  </a:cubicBezTo>
                  <a:lnTo>
                    <a:pt x="3156" y="8358"/>
                  </a:lnTo>
                  <a:lnTo>
                    <a:pt x="3156" y="6096"/>
                  </a:lnTo>
                  <a:lnTo>
                    <a:pt x="3585" y="6322"/>
                  </a:lnTo>
                  <a:cubicBezTo>
                    <a:pt x="3609" y="6334"/>
                    <a:pt x="3656" y="6358"/>
                    <a:pt x="3692" y="6358"/>
                  </a:cubicBezTo>
                  <a:cubicBezTo>
                    <a:pt x="3751" y="6358"/>
                    <a:pt x="3811" y="6334"/>
                    <a:pt x="3847" y="6298"/>
                  </a:cubicBezTo>
                  <a:cubicBezTo>
                    <a:pt x="3930" y="6215"/>
                    <a:pt x="3954" y="6120"/>
                    <a:pt x="3906" y="6025"/>
                  </a:cubicBezTo>
                  <a:lnTo>
                    <a:pt x="3668" y="5394"/>
                  </a:lnTo>
                  <a:lnTo>
                    <a:pt x="3668" y="5358"/>
                  </a:lnTo>
                  <a:cubicBezTo>
                    <a:pt x="3668" y="5286"/>
                    <a:pt x="3644" y="5191"/>
                    <a:pt x="3597" y="5132"/>
                  </a:cubicBezTo>
                  <a:lnTo>
                    <a:pt x="3132" y="4608"/>
                  </a:lnTo>
                  <a:lnTo>
                    <a:pt x="3132" y="345"/>
                  </a:lnTo>
                  <a:cubicBezTo>
                    <a:pt x="3132" y="310"/>
                    <a:pt x="3168" y="298"/>
                    <a:pt x="3180" y="298"/>
                  </a:cubicBezTo>
                  <a:lnTo>
                    <a:pt x="9109" y="298"/>
                  </a:lnTo>
                  <a:cubicBezTo>
                    <a:pt x="9133" y="298"/>
                    <a:pt x="9145" y="333"/>
                    <a:pt x="9145" y="345"/>
                  </a:cubicBezTo>
                  <a:lnTo>
                    <a:pt x="9145" y="2346"/>
                  </a:lnTo>
                  <a:cubicBezTo>
                    <a:pt x="9145" y="2441"/>
                    <a:pt x="9228" y="2500"/>
                    <a:pt x="9300" y="2500"/>
                  </a:cubicBezTo>
                  <a:cubicBezTo>
                    <a:pt x="9383" y="2500"/>
                    <a:pt x="9443" y="2429"/>
                    <a:pt x="9443" y="2346"/>
                  </a:cubicBezTo>
                  <a:lnTo>
                    <a:pt x="9443" y="345"/>
                  </a:lnTo>
                  <a:cubicBezTo>
                    <a:pt x="9490" y="167"/>
                    <a:pt x="9324" y="0"/>
                    <a:pt x="913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0958;p63">
              <a:extLst>
                <a:ext uri="{FF2B5EF4-FFF2-40B4-BE49-F238E27FC236}">
                  <a16:creationId xmlns:a16="http://schemas.microsoft.com/office/drawing/2014/main" id="{FC11ACE6-B898-76C9-9CF0-5B93EAE1AABC}"/>
                </a:ext>
              </a:extLst>
            </p:cNvPr>
            <p:cNvSpPr/>
            <p:nvPr/>
          </p:nvSpPr>
          <p:spPr>
            <a:xfrm>
              <a:off x="1689309" y="4378614"/>
              <a:ext cx="9510" cy="46976"/>
            </a:xfrm>
            <a:custGeom>
              <a:avLst/>
              <a:gdLst/>
              <a:ahLst/>
              <a:cxnLst/>
              <a:rect l="l" t="t" r="r" b="b"/>
              <a:pathLst>
                <a:path w="299" h="1477" extrusionOk="0">
                  <a:moveTo>
                    <a:pt x="155" y="0"/>
                  </a:moveTo>
                  <a:cubicBezTo>
                    <a:pt x="60" y="0"/>
                    <a:pt x="1" y="84"/>
                    <a:pt x="1" y="155"/>
                  </a:cubicBezTo>
                  <a:lnTo>
                    <a:pt x="1" y="1334"/>
                  </a:lnTo>
                  <a:cubicBezTo>
                    <a:pt x="1" y="1417"/>
                    <a:pt x="72" y="1477"/>
                    <a:pt x="155" y="1477"/>
                  </a:cubicBezTo>
                  <a:cubicBezTo>
                    <a:pt x="239" y="1477"/>
                    <a:pt x="298" y="1405"/>
                    <a:pt x="298" y="1334"/>
                  </a:cubicBezTo>
                  <a:lnTo>
                    <a:pt x="298" y="155"/>
                  </a:lnTo>
                  <a:cubicBezTo>
                    <a:pt x="298" y="84"/>
                    <a:pt x="239" y="0"/>
                    <a:pt x="15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0959;p63">
              <a:extLst>
                <a:ext uri="{FF2B5EF4-FFF2-40B4-BE49-F238E27FC236}">
                  <a16:creationId xmlns:a16="http://schemas.microsoft.com/office/drawing/2014/main" id="{88C109A9-E1B4-89A2-4F52-C50E04EB3CCF}"/>
                </a:ext>
              </a:extLst>
            </p:cNvPr>
            <p:cNvSpPr/>
            <p:nvPr/>
          </p:nvSpPr>
          <p:spPr>
            <a:xfrm>
              <a:off x="1520424" y="4385420"/>
              <a:ext cx="33363" cy="32982"/>
            </a:xfrm>
            <a:custGeom>
              <a:avLst/>
              <a:gdLst/>
              <a:ahLst/>
              <a:cxnLst/>
              <a:rect l="l" t="t" r="r" b="b"/>
              <a:pathLst>
                <a:path w="1049" h="1037" extrusionOk="0">
                  <a:moveTo>
                    <a:pt x="524" y="298"/>
                  </a:moveTo>
                  <a:cubicBezTo>
                    <a:pt x="643" y="298"/>
                    <a:pt x="739" y="406"/>
                    <a:pt x="739" y="525"/>
                  </a:cubicBezTo>
                  <a:cubicBezTo>
                    <a:pt x="739" y="644"/>
                    <a:pt x="643" y="739"/>
                    <a:pt x="524" y="739"/>
                  </a:cubicBezTo>
                  <a:cubicBezTo>
                    <a:pt x="405" y="739"/>
                    <a:pt x="298" y="644"/>
                    <a:pt x="298" y="525"/>
                  </a:cubicBezTo>
                  <a:cubicBezTo>
                    <a:pt x="298" y="406"/>
                    <a:pt x="405" y="298"/>
                    <a:pt x="524" y="298"/>
                  </a:cubicBezTo>
                  <a:close/>
                  <a:moveTo>
                    <a:pt x="524" y="1"/>
                  </a:moveTo>
                  <a:cubicBezTo>
                    <a:pt x="238" y="1"/>
                    <a:pt x="0" y="239"/>
                    <a:pt x="0" y="525"/>
                  </a:cubicBezTo>
                  <a:cubicBezTo>
                    <a:pt x="0" y="798"/>
                    <a:pt x="238" y="1037"/>
                    <a:pt x="524" y="1037"/>
                  </a:cubicBezTo>
                  <a:cubicBezTo>
                    <a:pt x="798" y="1037"/>
                    <a:pt x="1036" y="798"/>
                    <a:pt x="1036" y="525"/>
                  </a:cubicBezTo>
                  <a:cubicBezTo>
                    <a:pt x="1048" y="239"/>
                    <a:pt x="822" y="1"/>
                    <a:pt x="52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0960;p63">
              <a:extLst>
                <a:ext uri="{FF2B5EF4-FFF2-40B4-BE49-F238E27FC236}">
                  <a16:creationId xmlns:a16="http://schemas.microsoft.com/office/drawing/2014/main" id="{88551E7C-81BB-7323-F086-D2E3448D7039}"/>
                </a:ext>
              </a:extLst>
            </p:cNvPr>
            <p:cNvSpPr/>
            <p:nvPr/>
          </p:nvSpPr>
          <p:spPr>
            <a:xfrm>
              <a:off x="1563202" y="4398683"/>
              <a:ext cx="34508" cy="9510"/>
            </a:xfrm>
            <a:custGeom>
              <a:avLst/>
              <a:gdLst/>
              <a:ahLst/>
              <a:cxnLst/>
              <a:rect l="l" t="t" r="r" b="b"/>
              <a:pathLst>
                <a:path w="1085" h="299" extrusionOk="0">
                  <a:moveTo>
                    <a:pt x="167" y="0"/>
                  </a:moveTo>
                  <a:cubicBezTo>
                    <a:pt x="84" y="0"/>
                    <a:pt x="25" y="72"/>
                    <a:pt x="25" y="143"/>
                  </a:cubicBezTo>
                  <a:cubicBezTo>
                    <a:pt x="1" y="227"/>
                    <a:pt x="84" y="298"/>
                    <a:pt x="167" y="298"/>
                  </a:cubicBezTo>
                  <a:lnTo>
                    <a:pt x="929" y="298"/>
                  </a:lnTo>
                  <a:cubicBezTo>
                    <a:pt x="1025" y="298"/>
                    <a:pt x="1084" y="227"/>
                    <a:pt x="1084" y="143"/>
                  </a:cubicBezTo>
                  <a:cubicBezTo>
                    <a:pt x="1084" y="60"/>
                    <a:pt x="1001" y="0"/>
                    <a:pt x="92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0961;p63">
              <a:extLst>
                <a:ext uri="{FF2B5EF4-FFF2-40B4-BE49-F238E27FC236}">
                  <a16:creationId xmlns:a16="http://schemas.microsoft.com/office/drawing/2014/main" id="{8967DB9F-FD2E-0710-7760-E39491B85B10}"/>
                </a:ext>
              </a:extLst>
            </p:cNvPr>
            <p:cNvSpPr/>
            <p:nvPr/>
          </p:nvSpPr>
          <p:spPr>
            <a:xfrm>
              <a:off x="1563965" y="4410037"/>
              <a:ext cx="92807" cy="9510"/>
            </a:xfrm>
            <a:custGeom>
              <a:avLst/>
              <a:gdLst/>
              <a:ahLst/>
              <a:cxnLst/>
              <a:rect l="l" t="t" r="r" b="b"/>
              <a:pathLst>
                <a:path w="2918" h="299" extrusionOk="0">
                  <a:moveTo>
                    <a:pt x="143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39"/>
                    <a:pt x="72" y="298"/>
                    <a:pt x="143" y="298"/>
                  </a:cubicBezTo>
                  <a:lnTo>
                    <a:pt x="2763" y="298"/>
                  </a:lnTo>
                  <a:cubicBezTo>
                    <a:pt x="2858" y="298"/>
                    <a:pt x="2918" y="227"/>
                    <a:pt x="2918" y="144"/>
                  </a:cubicBezTo>
                  <a:cubicBezTo>
                    <a:pt x="2918" y="72"/>
                    <a:pt x="2858" y="1"/>
                    <a:pt x="276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0962;p63">
              <a:extLst>
                <a:ext uri="{FF2B5EF4-FFF2-40B4-BE49-F238E27FC236}">
                  <a16:creationId xmlns:a16="http://schemas.microsoft.com/office/drawing/2014/main" id="{DDB53669-C0E0-22AF-CD3F-46701DC9B468}"/>
                </a:ext>
              </a:extLst>
            </p:cNvPr>
            <p:cNvSpPr/>
            <p:nvPr/>
          </p:nvSpPr>
          <p:spPr>
            <a:xfrm>
              <a:off x="1563202" y="4385039"/>
              <a:ext cx="10273" cy="9510"/>
            </a:xfrm>
            <a:custGeom>
              <a:avLst/>
              <a:gdLst/>
              <a:ahLst/>
              <a:cxnLst/>
              <a:rect l="l" t="t" r="r" b="b"/>
              <a:pathLst>
                <a:path w="323" h="299" extrusionOk="0">
                  <a:moveTo>
                    <a:pt x="167" y="1"/>
                  </a:moveTo>
                  <a:cubicBezTo>
                    <a:pt x="84" y="1"/>
                    <a:pt x="25" y="72"/>
                    <a:pt x="25" y="144"/>
                  </a:cubicBezTo>
                  <a:cubicBezTo>
                    <a:pt x="1" y="215"/>
                    <a:pt x="84" y="299"/>
                    <a:pt x="167" y="299"/>
                  </a:cubicBezTo>
                  <a:cubicBezTo>
                    <a:pt x="263" y="299"/>
                    <a:pt x="322" y="215"/>
                    <a:pt x="322" y="144"/>
                  </a:cubicBezTo>
                  <a:cubicBezTo>
                    <a:pt x="322" y="60"/>
                    <a:pt x="251" y="1"/>
                    <a:pt x="16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0963;p63">
              <a:extLst>
                <a:ext uri="{FF2B5EF4-FFF2-40B4-BE49-F238E27FC236}">
                  <a16:creationId xmlns:a16="http://schemas.microsoft.com/office/drawing/2014/main" id="{312E9150-20FA-35AE-714A-E442A5908F5F}"/>
                </a:ext>
              </a:extLst>
            </p:cNvPr>
            <p:cNvSpPr/>
            <p:nvPr/>
          </p:nvSpPr>
          <p:spPr>
            <a:xfrm>
              <a:off x="1520424" y="4436944"/>
              <a:ext cx="33363" cy="33332"/>
            </a:xfrm>
            <a:custGeom>
              <a:avLst/>
              <a:gdLst/>
              <a:ahLst/>
              <a:cxnLst/>
              <a:rect l="l" t="t" r="r" b="b"/>
              <a:pathLst>
                <a:path w="1049" h="1048" extrusionOk="0">
                  <a:moveTo>
                    <a:pt x="524" y="298"/>
                  </a:moveTo>
                  <a:cubicBezTo>
                    <a:pt x="643" y="298"/>
                    <a:pt x="739" y="405"/>
                    <a:pt x="739" y="524"/>
                  </a:cubicBezTo>
                  <a:cubicBezTo>
                    <a:pt x="739" y="655"/>
                    <a:pt x="643" y="750"/>
                    <a:pt x="524" y="750"/>
                  </a:cubicBezTo>
                  <a:cubicBezTo>
                    <a:pt x="405" y="750"/>
                    <a:pt x="298" y="643"/>
                    <a:pt x="298" y="524"/>
                  </a:cubicBezTo>
                  <a:cubicBezTo>
                    <a:pt x="298" y="405"/>
                    <a:pt x="405" y="298"/>
                    <a:pt x="524" y="298"/>
                  </a:cubicBezTo>
                  <a:close/>
                  <a:moveTo>
                    <a:pt x="524" y="0"/>
                  </a:moveTo>
                  <a:cubicBezTo>
                    <a:pt x="238" y="0"/>
                    <a:pt x="0" y="238"/>
                    <a:pt x="0" y="524"/>
                  </a:cubicBezTo>
                  <a:cubicBezTo>
                    <a:pt x="0" y="810"/>
                    <a:pt x="238" y="1048"/>
                    <a:pt x="524" y="1048"/>
                  </a:cubicBezTo>
                  <a:cubicBezTo>
                    <a:pt x="798" y="1048"/>
                    <a:pt x="1036" y="810"/>
                    <a:pt x="1036" y="524"/>
                  </a:cubicBezTo>
                  <a:cubicBezTo>
                    <a:pt x="1048" y="238"/>
                    <a:pt x="822" y="0"/>
                    <a:pt x="52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0964;p63">
              <a:extLst>
                <a:ext uri="{FF2B5EF4-FFF2-40B4-BE49-F238E27FC236}">
                  <a16:creationId xmlns:a16="http://schemas.microsoft.com/office/drawing/2014/main" id="{F0553FF6-E319-F840-557C-1769C789009D}"/>
                </a:ext>
              </a:extLst>
            </p:cNvPr>
            <p:cNvSpPr/>
            <p:nvPr/>
          </p:nvSpPr>
          <p:spPr>
            <a:xfrm>
              <a:off x="1563202" y="4450175"/>
              <a:ext cx="34508" cy="9510"/>
            </a:xfrm>
            <a:custGeom>
              <a:avLst/>
              <a:gdLst/>
              <a:ahLst/>
              <a:cxnLst/>
              <a:rect l="l" t="t" r="r" b="b"/>
              <a:pathLst>
                <a:path w="1085" h="299" extrusionOk="0">
                  <a:moveTo>
                    <a:pt x="167" y="1"/>
                  </a:moveTo>
                  <a:cubicBezTo>
                    <a:pt x="84" y="1"/>
                    <a:pt x="25" y="72"/>
                    <a:pt x="25" y="156"/>
                  </a:cubicBezTo>
                  <a:cubicBezTo>
                    <a:pt x="1" y="239"/>
                    <a:pt x="84" y="298"/>
                    <a:pt x="167" y="298"/>
                  </a:cubicBezTo>
                  <a:lnTo>
                    <a:pt x="929" y="298"/>
                  </a:lnTo>
                  <a:cubicBezTo>
                    <a:pt x="1025" y="298"/>
                    <a:pt x="1084" y="227"/>
                    <a:pt x="1084" y="156"/>
                  </a:cubicBezTo>
                  <a:cubicBezTo>
                    <a:pt x="1084" y="60"/>
                    <a:pt x="1001" y="1"/>
                    <a:pt x="92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0965;p63">
              <a:extLst>
                <a:ext uri="{FF2B5EF4-FFF2-40B4-BE49-F238E27FC236}">
                  <a16:creationId xmlns:a16="http://schemas.microsoft.com/office/drawing/2014/main" id="{0F83B9F7-6753-322C-AE2F-2D5F64D1F3DF}"/>
                </a:ext>
              </a:extLst>
            </p:cNvPr>
            <p:cNvSpPr/>
            <p:nvPr/>
          </p:nvSpPr>
          <p:spPr>
            <a:xfrm>
              <a:off x="1563965" y="4461530"/>
              <a:ext cx="92807" cy="9510"/>
            </a:xfrm>
            <a:custGeom>
              <a:avLst/>
              <a:gdLst/>
              <a:ahLst/>
              <a:cxnLst/>
              <a:rect l="l" t="t" r="r" b="b"/>
              <a:pathLst>
                <a:path w="2918" h="299" extrusionOk="0">
                  <a:moveTo>
                    <a:pt x="143" y="1"/>
                  </a:moveTo>
                  <a:cubicBezTo>
                    <a:pt x="60" y="1"/>
                    <a:pt x="1" y="72"/>
                    <a:pt x="1" y="156"/>
                  </a:cubicBezTo>
                  <a:cubicBezTo>
                    <a:pt x="1" y="239"/>
                    <a:pt x="72" y="299"/>
                    <a:pt x="143" y="299"/>
                  </a:cubicBezTo>
                  <a:lnTo>
                    <a:pt x="2763" y="299"/>
                  </a:lnTo>
                  <a:cubicBezTo>
                    <a:pt x="2858" y="299"/>
                    <a:pt x="2918" y="227"/>
                    <a:pt x="2918" y="156"/>
                  </a:cubicBezTo>
                  <a:cubicBezTo>
                    <a:pt x="2918" y="72"/>
                    <a:pt x="2858" y="1"/>
                    <a:pt x="276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0966;p63">
              <a:extLst>
                <a:ext uri="{FF2B5EF4-FFF2-40B4-BE49-F238E27FC236}">
                  <a16:creationId xmlns:a16="http://schemas.microsoft.com/office/drawing/2014/main" id="{D2690919-F65C-2E33-53AD-289668106E1C}"/>
                </a:ext>
              </a:extLst>
            </p:cNvPr>
            <p:cNvSpPr/>
            <p:nvPr/>
          </p:nvSpPr>
          <p:spPr>
            <a:xfrm>
              <a:off x="1563202" y="4436563"/>
              <a:ext cx="10273" cy="9478"/>
            </a:xfrm>
            <a:custGeom>
              <a:avLst/>
              <a:gdLst/>
              <a:ahLst/>
              <a:cxnLst/>
              <a:rect l="l" t="t" r="r" b="b"/>
              <a:pathLst>
                <a:path w="323" h="298" extrusionOk="0">
                  <a:moveTo>
                    <a:pt x="167" y="0"/>
                  </a:moveTo>
                  <a:cubicBezTo>
                    <a:pt x="84" y="0"/>
                    <a:pt x="25" y="72"/>
                    <a:pt x="25" y="143"/>
                  </a:cubicBezTo>
                  <a:cubicBezTo>
                    <a:pt x="1" y="226"/>
                    <a:pt x="84" y="298"/>
                    <a:pt x="167" y="298"/>
                  </a:cubicBezTo>
                  <a:cubicBezTo>
                    <a:pt x="263" y="298"/>
                    <a:pt x="322" y="226"/>
                    <a:pt x="322" y="143"/>
                  </a:cubicBezTo>
                  <a:cubicBezTo>
                    <a:pt x="322" y="60"/>
                    <a:pt x="251" y="0"/>
                    <a:pt x="16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0967;p63">
              <a:extLst>
                <a:ext uri="{FF2B5EF4-FFF2-40B4-BE49-F238E27FC236}">
                  <a16:creationId xmlns:a16="http://schemas.microsoft.com/office/drawing/2014/main" id="{38B7F6A1-17BE-E12B-1ABC-4666E16595FD}"/>
                </a:ext>
              </a:extLst>
            </p:cNvPr>
            <p:cNvSpPr/>
            <p:nvPr/>
          </p:nvSpPr>
          <p:spPr>
            <a:xfrm>
              <a:off x="1520424" y="4488437"/>
              <a:ext cx="33363" cy="33332"/>
            </a:xfrm>
            <a:custGeom>
              <a:avLst/>
              <a:gdLst/>
              <a:ahLst/>
              <a:cxnLst/>
              <a:rect l="l" t="t" r="r" b="b"/>
              <a:pathLst>
                <a:path w="1049" h="1048" extrusionOk="0">
                  <a:moveTo>
                    <a:pt x="524" y="298"/>
                  </a:moveTo>
                  <a:cubicBezTo>
                    <a:pt x="643" y="298"/>
                    <a:pt x="739" y="405"/>
                    <a:pt x="739" y="524"/>
                  </a:cubicBezTo>
                  <a:cubicBezTo>
                    <a:pt x="739" y="643"/>
                    <a:pt x="643" y="750"/>
                    <a:pt x="524" y="750"/>
                  </a:cubicBezTo>
                  <a:cubicBezTo>
                    <a:pt x="405" y="750"/>
                    <a:pt x="298" y="643"/>
                    <a:pt x="298" y="524"/>
                  </a:cubicBezTo>
                  <a:cubicBezTo>
                    <a:pt x="298" y="405"/>
                    <a:pt x="405" y="298"/>
                    <a:pt x="524" y="298"/>
                  </a:cubicBezTo>
                  <a:close/>
                  <a:moveTo>
                    <a:pt x="524" y="0"/>
                  </a:moveTo>
                  <a:cubicBezTo>
                    <a:pt x="238" y="0"/>
                    <a:pt x="0" y="238"/>
                    <a:pt x="0" y="524"/>
                  </a:cubicBezTo>
                  <a:cubicBezTo>
                    <a:pt x="0" y="810"/>
                    <a:pt x="238" y="1048"/>
                    <a:pt x="524" y="1048"/>
                  </a:cubicBezTo>
                  <a:cubicBezTo>
                    <a:pt x="798" y="1048"/>
                    <a:pt x="1036" y="810"/>
                    <a:pt x="1036" y="524"/>
                  </a:cubicBezTo>
                  <a:cubicBezTo>
                    <a:pt x="1048" y="238"/>
                    <a:pt x="822" y="0"/>
                    <a:pt x="52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0968;p63">
              <a:extLst>
                <a:ext uri="{FF2B5EF4-FFF2-40B4-BE49-F238E27FC236}">
                  <a16:creationId xmlns:a16="http://schemas.microsoft.com/office/drawing/2014/main" id="{27BEC94A-84CD-115A-42F7-2C090A958E8D}"/>
                </a:ext>
              </a:extLst>
            </p:cNvPr>
            <p:cNvSpPr/>
            <p:nvPr/>
          </p:nvSpPr>
          <p:spPr>
            <a:xfrm>
              <a:off x="1563202" y="4501667"/>
              <a:ext cx="34508" cy="9510"/>
            </a:xfrm>
            <a:custGeom>
              <a:avLst/>
              <a:gdLst/>
              <a:ahLst/>
              <a:cxnLst/>
              <a:rect l="l" t="t" r="r" b="b"/>
              <a:pathLst>
                <a:path w="1085" h="299" extrusionOk="0">
                  <a:moveTo>
                    <a:pt x="167" y="1"/>
                  </a:moveTo>
                  <a:cubicBezTo>
                    <a:pt x="84" y="1"/>
                    <a:pt x="25" y="84"/>
                    <a:pt x="25" y="156"/>
                  </a:cubicBezTo>
                  <a:cubicBezTo>
                    <a:pt x="1" y="239"/>
                    <a:pt x="84" y="299"/>
                    <a:pt x="167" y="299"/>
                  </a:cubicBezTo>
                  <a:lnTo>
                    <a:pt x="929" y="299"/>
                  </a:lnTo>
                  <a:cubicBezTo>
                    <a:pt x="1025" y="299"/>
                    <a:pt x="1084" y="227"/>
                    <a:pt x="1084" y="156"/>
                  </a:cubicBezTo>
                  <a:cubicBezTo>
                    <a:pt x="1084" y="61"/>
                    <a:pt x="1001" y="1"/>
                    <a:pt x="92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0969;p63">
              <a:extLst>
                <a:ext uri="{FF2B5EF4-FFF2-40B4-BE49-F238E27FC236}">
                  <a16:creationId xmlns:a16="http://schemas.microsoft.com/office/drawing/2014/main" id="{097A9EC9-7848-6B74-FFA9-496AEF7D4E87}"/>
                </a:ext>
              </a:extLst>
            </p:cNvPr>
            <p:cNvSpPr/>
            <p:nvPr/>
          </p:nvSpPr>
          <p:spPr>
            <a:xfrm>
              <a:off x="1563202" y="4513785"/>
              <a:ext cx="93570" cy="9510"/>
            </a:xfrm>
            <a:custGeom>
              <a:avLst/>
              <a:gdLst/>
              <a:ahLst/>
              <a:cxnLst/>
              <a:rect l="l" t="t" r="r" b="b"/>
              <a:pathLst>
                <a:path w="2942" h="299" extrusionOk="0">
                  <a:moveTo>
                    <a:pt x="167" y="1"/>
                  </a:moveTo>
                  <a:cubicBezTo>
                    <a:pt x="84" y="1"/>
                    <a:pt x="25" y="72"/>
                    <a:pt x="25" y="144"/>
                  </a:cubicBezTo>
                  <a:cubicBezTo>
                    <a:pt x="1" y="215"/>
                    <a:pt x="84" y="299"/>
                    <a:pt x="167" y="299"/>
                  </a:cubicBezTo>
                  <a:lnTo>
                    <a:pt x="2787" y="299"/>
                  </a:lnTo>
                  <a:cubicBezTo>
                    <a:pt x="2882" y="299"/>
                    <a:pt x="2942" y="215"/>
                    <a:pt x="2942" y="144"/>
                  </a:cubicBezTo>
                  <a:cubicBezTo>
                    <a:pt x="2942" y="61"/>
                    <a:pt x="2870" y="1"/>
                    <a:pt x="278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0970;p63">
              <a:extLst>
                <a:ext uri="{FF2B5EF4-FFF2-40B4-BE49-F238E27FC236}">
                  <a16:creationId xmlns:a16="http://schemas.microsoft.com/office/drawing/2014/main" id="{FCA62701-9BFB-2406-D701-B7933E6B2692}"/>
                </a:ext>
              </a:extLst>
            </p:cNvPr>
            <p:cNvSpPr/>
            <p:nvPr/>
          </p:nvSpPr>
          <p:spPr>
            <a:xfrm>
              <a:off x="1563202" y="4488055"/>
              <a:ext cx="10273" cy="9478"/>
            </a:xfrm>
            <a:custGeom>
              <a:avLst/>
              <a:gdLst/>
              <a:ahLst/>
              <a:cxnLst/>
              <a:rect l="l" t="t" r="r" b="b"/>
              <a:pathLst>
                <a:path w="323" h="298" extrusionOk="0">
                  <a:moveTo>
                    <a:pt x="167" y="0"/>
                  </a:moveTo>
                  <a:cubicBezTo>
                    <a:pt x="84" y="0"/>
                    <a:pt x="25" y="72"/>
                    <a:pt x="25" y="155"/>
                  </a:cubicBezTo>
                  <a:cubicBezTo>
                    <a:pt x="1" y="227"/>
                    <a:pt x="84" y="298"/>
                    <a:pt x="167" y="298"/>
                  </a:cubicBezTo>
                  <a:cubicBezTo>
                    <a:pt x="263" y="298"/>
                    <a:pt x="322" y="227"/>
                    <a:pt x="322" y="155"/>
                  </a:cubicBezTo>
                  <a:cubicBezTo>
                    <a:pt x="322" y="60"/>
                    <a:pt x="251" y="0"/>
                    <a:pt x="16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0971;p63">
              <a:extLst>
                <a:ext uri="{FF2B5EF4-FFF2-40B4-BE49-F238E27FC236}">
                  <a16:creationId xmlns:a16="http://schemas.microsoft.com/office/drawing/2014/main" id="{4989AB6C-52D7-0F86-D8C9-19012484C31B}"/>
                </a:ext>
              </a:extLst>
            </p:cNvPr>
            <p:cNvSpPr/>
            <p:nvPr/>
          </p:nvSpPr>
          <p:spPr>
            <a:xfrm>
              <a:off x="1522682" y="4318025"/>
              <a:ext cx="141659" cy="37912"/>
            </a:xfrm>
            <a:custGeom>
              <a:avLst/>
              <a:gdLst/>
              <a:ahLst/>
              <a:cxnLst/>
              <a:rect l="l" t="t" r="r" b="b"/>
              <a:pathLst>
                <a:path w="4454" h="1192" extrusionOk="0">
                  <a:moveTo>
                    <a:pt x="4144" y="322"/>
                  </a:moveTo>
                  <a:lnTo>
                    <a:pt x="4144" y="893"/>
                  </a:lnTo>
                  <a:lnTo>
                    <a:pt x="298" y="893"/>
                  </a:lnTo>
                  <a:lnTo>
                    <a:pt x="298" y="322"/>
                  </a:lnTo>
                  <a:close/>
                  <a:moveTo>
                    <a:pt x="156" y="0"/>
                  </a:moveTo>
                  <a:cubicBezTo>
                    <a:pt x="60" y="0"/>
                    <a:pt x="1" y="84"/>
                    <a:pt x="1" y="155"/>
                  </a:cubicBezTo>
                  <a:lnTo>
                    <a:pt x="1" y="1048"/>
                  </a:lnTo>
                  <a:cubicBezTo>
                    <a:pt x="1" y="1132"/>
                    <a:pt x="72" y="1191"/>
                    <a:pt x="156" y="1191"/>
                  </a:cubicBezTo>
                  <a:lnTo>
                    <a:pt x="4299" y="1191"/>
                  </a:lnTo>
                  <a:cubicBezTo>
                    <a:pt x="4382" y="1191"/>
                    <a:pt x="4454" y="1132"/>
                    <a:pt x="4454" y="1048"/>
                  </a:cubicBezTo>
                  <a:lnTo>
                    <a:pt x="4454" y="155"/>
                  </a:lnTo>
                  <a:cubicBezTo>
                    <a:pt x="4454" y="60"/>
                    <a:pt x="4382" y="0"/>
                    <a:pt x="429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Заголовок 1">
            <a:extLst>
              <a:ext uri="{FF2B5EF4-FFF2-40B4-BE49-F238E27FC236}">
                <a16:creationId xmlns:a16="http://schemas.microsoft.com/office/drawing/2014/main" id="{B53D6F3A-DE70-3EA6-4B86-7B67420B9603}"/>
              </a:ext>
            </a:extLst>
          </p:cNvPr>
          <p:cNvSpPr txBox="1">
            <a:spLocks/>
          </p:cNvSpPr>
          <p:nvPr/>
        </p:nvSpPr>
        <p:spPr>
          <a:xfrm>
            <a:off x="976119" y="1272540"/>
            <a:ext cx="7885230" cy="340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aven Pro SemiBold"/>
              <a:buNone/>
              <a:defRPr sz="10000" b="0" i="0" u="none" strike="noStrike" cap="none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aven Pro"/>
              <a:buNone/>
              <a:defRPr sz="48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aven Pro"/>
              <a:buNone/>
              <a:defRPr sz="48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aven Pro"/>
              <a:buNone/>
              <a:defRPr sz="48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aven Pro"/>
              <a:buNone/>
              <a:defRPr sz="48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aven Pro"/>
              <a:buNone/>
              <a:defRPr sz="48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aven Pro"/>
              <a:buNone/>
              <a:defRPr sz="48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aven Pro"/>
              <a:buNone/>
              <a:defRPr sz="48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aven Pro"/>
              <a:buNone/>
              <a:defRPr sz="48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sz="20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Просмотр содержимого папок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sz="20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Навигация (вход в папку, назад)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sz="20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Удаление файлов и папок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sz="20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Копирование и перемещение (вырезание)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sz="20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Пометка одного элемента (буфер обмена)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sz="20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Просмотр текстовых файлов</a:t>
            </a:r>
          </a:p>
          <a:p>
            <a:pPr algn="l"/>
            <a:endParaRPr lang="ru-RU" sz="2000" b="1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1988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5C2EA3F-E794-211A-ACCF-807BC323C900}"/>
              </a:ext>
            </a:extLst>
          </p:cNvPr>
          <p:cNvSpPr txBox="1"/>
          <p:nvPr/>
        </p:nvSpPr>
        <p:spPr>
          <a:xfrm>
            <a:off x="1150816" y="514326"/>
            <a:ext cx="34211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Технические детали</a:t>
            </a:r>
            <a:endParaRPr lang="ru-RU" sz="2400" dirty="0"/>
          </a:p>
        </p:txBody>
      </p:sp>
      <p:sp>
        <p:nvSpPr>
          <p:cNvPr id="25" name="Rectangle 14">
            <a:extLst>
              <a:ext uri="{FF2B5EF4-FFF2-40B4-BE49-F238E27FC236}">
                <a16:creationId xmlns:a16="http://schemas.microsoft.com/office/drawing/2014/main" id="{551CF822-B6A1-46D1-C782-161089F1B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816" y="644354"/>
            <a:ext cx="7336692" cy="3854792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71396" rIns="0" bIns="171396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endParaRPr lang="ru-RU" altLang="ru-RU" dirty="0"/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"/>
                <a:ea typeface="quote-cjk-patch"/>
              </a:rPr>
              <a:t>Язык: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"/>
                <a:ea typeface="quote-cjk-patch"/>
              </a:rPr>
              <a:t> 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"/>
                <a:ea typeface="quote-cjk-patch"/>
              </a:rPr>
              <a:t>C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"/>
                <a:ea typeface="quote-cjk-patch"/>
              </a:rPr>
              <a:t>++17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"/>
                <a:ea typeface="quote-cjk-patch"/>
              </a:rPr>
              <a:t>Библиотеки: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"/>
                <a:ea typeface="quote-cjk-patch"/>
              </a:rPr>
              <a:t> 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"/>
                <a:ea typeface="quote-cjk-patch"/>
              </a:rPr>
              <a:t>filesystem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"/>
                <a:ea typeface="quote-cjk-patch"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"/>
                <a:ea typeface="quote-cjk-patch"/>
              </a:rPr>
              <a:t>fstream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"/>
                <a:ea typeface="quote-cjk-patch"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"/>
                <a:ea typeface="quote-cjk-patch"/>
              </a:rPr>
              <a:t>conio.h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"/>
              <a:ea typeface="quote-cjk-patch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"/>
                <a:ea typeface="quote-cjk-patch"/>
              </a:rPr>
              <a:t>ОС: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"/>
                <a:ea typeface="quote-cjk-patch"/>
              </a:rPr>
              <a:t> Windows (7–11)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"/>
                <a:ea typeface="quote-cjk-patch"/>
              </a:rPr>
              <a:t>Компиляторы: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"/>
                <a:ea typeface="quote-cjk-patch"/>
              </a:rPr>
              <a:t> MSVC,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"/>
                <a:ea typeface="quote-cjk-patch"/>
              </a:rPr>
              <a:t>g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"/>
                <a:ea typeface="quote-cjk-patch"/>
              </a:rPr>
              <a:t>++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"/>
                <a:ea typeface="quote-cjk-patch"/>
              </a:rPr>
              <a:t>Структура: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"/>
                <a:ea typeface="quote-cjk-patch"/>
              </a:rPr>
              <a:t> один .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"/>
                <a:ea typeface="quote-cjk-patch"/>
              </a:rPr>
              <a:t>cpp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"/>
                <a:ea typeface="quote-cjk-patch"/>
              </a:rPr>
              <a:t> файл, глобальные функции и данные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44218FA8-CB19-3143-9556-AB420F0A8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7" name="Rectangle 16">
            <a:extLst>
              <a:ext uri="{FF2B5EF4-FFF2-40B4-BE49-F238E27FC236}">
                <a16:creationId xmlns:a16="http://schemas.microsoft.com/office/drawing/2014/main" id="{F43C7D4D-72E3-A2B8-C258-A5D77D3A1E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8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7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28" name="Google Shape;11738;p65">
            <a:extLst>
              <a:ext uri="{FF2B5EF4-FFF2-40B4-BE49-F238E27FC236}">
                <a16:creationId xmlns:a16="http://schemas.microsoft.com/office/drawing/2014/main" id="{E596D67B-D9BF-3F35-998A-5D014B8EF24D}"/>
              </a:ext>
            </a:extLst>
          </p:cNvPr>
          <p:cNvGrpSpPr/>
          <p:nvPr/>
        </p:nvGrpSpPr>
        <p:grpSpPr>
          <a:xfrm>
            <a:off x="788495" y="563042"/>
            <a:ext cx="362321" cy="364231"/>
            <a:chOff x="6069423" y="2891892"/>
            <a:chExt cx="362321" cy="364231"/>
          </a:xfrm>
        </p:grpSpPr>
        <p:sp>
          <p:nvSpPr>
            <p:cNvPr id="29" name="Google Shape;11739;p65">
              <a:extLst>
                <a:ext uri="{FF2B5EF4-FFF2-40B4-BE49-F238E27FC236}">
                  <a16:creationId xmlns:a16="http://schemas.microsoft.com/office/drawing/2014/main" id="{E01733FB-EEF1-671A-0246-AE0272205BFB}"/>
                </a:ext>
              </a:extLst>
            </p:cNvPr>
            <p:cNvSpPr/>
            <p:nvPr/>
          </p:nvSpPr>
          <p:spPr>
            <a:xfrm>
              <a:off x="6069423" y="2891892"/>
              <a:ext cx="278958" cy="278958"/>
            </a:xfrm>
            <a:custGeom>
              <a:avLst/>
              <a:gdLst/>
              <a:ahLst/>
              <a:cxnLst/>
              <a:rect l="l" t="t" r="r" b="b"/>
              <a:pathLst>
                <a:path w="8764" h="8764" extrusionOk="0">
                  <a:moveTo>
                    <a:pt x="4120" y="1"/>
                  </a:moveTo>
                  <a:cubicBezTo>
                    <a:pt x="3858" y="1"/>
                    <a:pt x="3632" y="203"/>
                    <a:pt x="3572" y="453"/>
                  </a:cubicBezTo>
                  <a:lnTo>
                    <a:pt x="3406" y="1299"/>
                  </a:lnTo>
                  <a:cubicBezTo>
                    <a:pt x="3227" y="1358"/>
                    <a:pt x="3060" y="1418"/>
                    <a:pt x="2906" y="1513"/>
                  </a:cubicBezTo>
                  <a:lnTo>
                    <a:pt x="2191" y="1037"/>
                  </a:lnTo>
                  <a:cubicBezTo>
                    <a:pt x="2096" y="971"/>
                    <a:pt x="1987" y="940"/>
                    <a:pt x="1879" y="940"/>
                  </a:cubicBezTo>
                  <a:cubicBezTo>
                    <a:pt x="1732" y="940"/>
                    <a:pt x="1587" y="998"/>
                    <a:pt x="1477" y="1108"/>
                  </a:cubicBezTo>
                  <a:lnTo>
                    <a:pt x="1096" y="1477"/>
                  </a:lnTo>
                  <a:cubicBezTo>
                    <a:pt x="905" y="1668"/>
                    <a:pt x="882" y="1965"/>
                    <a:pt x="1024" y="2191"/>
                  </a:cubicBezTo>
                  <a:lnTo>
                    <a:pt x="1501" y="2906"/>
                  </a:lnTo>
                  <a:cubicBezTo>
                    <a:pt x="1417" y="3073"/>
                    <a:pt x="1358" y="3239"/>
                    <a:pt x="1298" y="3406"/>
                  </a:cubicBezTo>
                  <a:lnTo>
                    <a:pt x="441" y="3573"/>
                  </a:lnTo>
                  <a:cubicBezTo>
                    <a:pt x="179" y="3632"/>
                    <a:pt x="0" y="3858"/>
                    <a:pt x="0" y="4132"/>
                  </a:cubicBezTo>
                  <a:lnTo>
                    <a:pt x="0" y="4644"/>
                  </a:lnTo>
                  <a:cubicBezTo>
                    <a:pt x="0" y="4918"/>
                    <a:pt x="191" y="5132"/>
                    <a:pt x="441" y="5204"/>
                  </a:cubicBezTo>
                  <a:lnTo>
                    <a:pt x="1298" y="5359"/>
                  </a:lnTo>
                  <a:cubicBezTo>
                    <a:pt x="1358" y="5537"/>
                    <a:pt x="1417" y="5704"/>
                    <a:pt x="1501" y="5871"/>
                  </a:cubicBezTo>
                  <a:lnTo>
                    <a:pt x="1024" y="6585"/>
                  </a:lnTo>
                  <a:cubicBezTo>
                    <a:pt x="882" y="6811"/>
                    <a:pt x="905" y="7109"/>
                    <a:pt x="1096" y="7299"/>
                  </a:cubicBezTo>
                  <a:lnTo>
                    <a:pt x="1477" y="7668"/>
                  </a:lnTo>
                  <a:cubicBezTo>
                    <a:pt x="1587" y="7778"/>
                    <a:pt x="1732" y="7837"/>
                    <a:pt x="1879" y="7837"/>
                  </a:cubicBezTo>
                  <a:cubicBezTo>
                    <a:pt x="1987" y="7837"/>
                    <a:pt x="2096" y="7805"/>
                    <a:pt x="2191" y="7740"/>
                  </a:cubicBezTo>
                  <a:lnTo>
                    <a:pt x="2906" y="7264"/>
                  </a:lnTo>
                  <a:cubicBezTo>
                    <a:pt x="3060" y="7359"/>
                    <a:pt x="3227" y="7418"/>
                    <a:pt x="3406" y="7478"/>
                  </a:cubicBezTo>
                  <a:lnTo>
                    <a:pt x="3572" y="8323"/>
                  </a:lnTo>
                  <a:cubicBezTo>
                    <a:pt x="3632" y="8585"/>
                    <a:pt x="3858" y="8764"/>
                    <a:pt x="4120" y="8764"/>
                  </a:cubicBezTo>
                  <a:lnTo>
                    <a:pt x="4644" y="8764"/>
                  </a:lnTo>
                  <a:cubicBezTo>
                    <a:pt x="4906" y="8764"/>
                    <a:pt x="5132" y="8573"/>
                    <a:pt x="5192" y="8323"/>
                  </a:cubicBezTo>
                  <a:lnTo>
                    <a:pt x="5358" y="7478"/>
                  </a:lnTo>
                  <a:cubicBezTo>
                    <a:pt x="5489" y="7430"/>
                    <a:pt x="5620" y="7371"/>
                    <a:pt x="5763" y="7311"/>
                  </a:cubicBezTo>
                  <a:cubicBezTo>
                    <a:pt x="5846" y="7299"/>
                    <a:pt x="5894" y="7192"/>
                    <a:pt x="5846" y="7109"/>
                  </a:cubicBezTo>
                  <a:cubicBezTo>
                    <a:pt x="5812" y="7039"/>
                    <a:pt x="5751" y="6995"/>
                    <a:pt x="5684" y="6995"/>
                  </a:cubicBezTo>
                  <a:cubicBezTo>
                    <a:pt x="5659" y="6995"/>
                    <a:pt x="5634" y="7001"/>
                    <a:pt x="5608" y="7014"/>
                  </a:cubicBezTo>
                  <a:cubicBezTo>
                    <a:pt x="5465" y="7085"/>
                    <a:pt x="5311" y="7144"/>
                    <a:pt x="5144" y="7180"/>
                  </a:cubicBezTo>
                  <a:cubicBezTo>
                    <a:pt x="5084" y="7192"/>
                    <a:pt x="5025" y="7252"/>
                    <a:pt x="5013" y="7311"/>
                  </a:cubicBezTo>
                  <a:lnTo>
                    <a:pt x="4823" y="8264"/>
                  </a:lnTo>
                  <a:cubicBezTo>
                    <a:pt x="4811" y="8347"/>
                    <a:pt x="4715" y="8430"/>
                    <a:pt x="4632" y="8430"/>
                  </a:cubicBezTo>
                  <a:lnTo>
                    <a:pt x="4108" y="8430"/>
                  </a:lnTo>
                  <a:cubicBezTo>
                    <a:pt x="4013" y="8430"/>
                    <a:pt x="3930" y="8347"/>
                    <a:pt x="3918" y="8264"/>
                  </a:cubicBezTo>
                  <a:lnTo>
                    <a:pt x="3715" y="7311"/>
                  </a:lnTo>
                  <a:cubicBezTo>
                    <a:pt x="3703" y="7252"/>
                    <a:pt x="3656" y="7192"/>
                    <a:pt x="3584" y="7180"/>
                  </a:cubicBezTo>
                  <a:cubicBezTo>
                    <a:pt x="3358" y="7121"/>
                    <a:pt x="3156" y="7025"/>
                    <a:pt x="2965" y="6906"/>
                  </a:cubicBezTo>
                  <a:cubicBezTo>
                    <a:pt x="2935" y="6894"/>
                    <a:pt x="2900" y="6888"/>
                    <a:pt x="2864" y="6888"/>
                  </a:cubicBezTo>
                  <a:cubicBezTo>
                    <a:pt x="2828" y="6888"/>
                    <a:pt x="2792" y="6894"/>
                    <a:pt x="2763" y="6906"/>
                  </a:cubicBezTo>
                  <a:lnTo>
                    <a:pt x="1965" y="7442"/>
                  </a:lnTo>
                  <a:cubicBezTo>
                    <a:pt x="1934" y="7468"/>
                    <a:pt x="1894" y="7480"/>
                    <a:pt x="1854" y="7480"/>
                  </a:cubicBezTo>
                  <a:cubicBezTo>
                    <a:pt x="1802" y="7480"/>
                    <a:pt x="1749" y="7459"/>
                    <a:pt x="1715" y="7418"/>
                  </a:cubicBezTo>
                  <a:lnTo>
                    <a:pt x="1334" y="7049"/>
                  </a:lnTo>
                  <a:cubicBezTo>
                    <a:pt x="1263" y="6966"/>
                    <a:pt x="1263" y="6859"/>
                    <a:pt x="1310" y="6787"/>
                  </a:cubicBezTo>
                  <a:lnTo>
                    <a:pt x="1846" y="5990"/>
                  </a:lnTo>
                  <a:cubicBezTo>
                    <a:pt x="1882" y="5930"/>
                    <a:pt x="1882" y="5859"/>
                    <a:pt x="1846" y="5799"/>
                  </a:cubicBezTo>
                  <a:cubicBezTo>
                    <a:pt x="1727" y="5597"/>
                    <a:pt x="1655" y="5382"/>
                    <a:pt x="1572" y="5168"/>
                  </a:cubicBezTo>
                  <a:cubicBezTo>
                    <a:pt x="1560" y="5109"/>
                    <a:pt x="1501" y="5049"/>
                    <a:pt x="1441" y="5037"/>
                  </a:cubicBezTo>
                  <a:lnTo>
                    <a:pt x="489" y="4847"/>
                  </a:lnTo>
                  <a:cubicBezTo>
                    <a:pt x="393" y="4823"/>
                    <a:pt x="322" y="4739"/>
                    <a:pt x="322" y="4644"/>
                  </a:cubicBezTo>
                  <a:lnTo>
                    <a:pt x="322" y="4132"/>
                  </a:lnTo>
                  <a:cubicBezTo>
                    <a:pt x="322" y="4037"/>
                    <a:pt x="393" y="3954"/>
                    <a:pt x="489" y="3930"/>
                  </a:cubicBezTo>
                  <a:lnTo>
                    <a:pt x="1441" y="3739"/>
                  </a:lnTo>
                  <a:cubicBezTo>
                    <a:pt x="1501" y="3727"/>
                    <a:pt x="1560" y="3680"/>
                    <a:pt x="1572" y="3608"/>
                  </a:cubicBezTo>
                  <a:cubicBezTo>
                    <a:pt x="1632" y="3382"/>
                    <a:pt x="1727" y="3180"/>
                    <a:pt x="1846" y="2977"/>
                  </a:cubicBezTo>
                  <a:cubicBezTo>
                    <a:pt x="1870" y="2918"/>
                    <a:pt x="1870" y="2846"/>
                    <a:pt x="1846" y="2787"/>
                  </a:cubicBezTo>
                  <a:lnTo>
                    <a:pt x="1310" y="1989"/>
                  </a:lnTo>
                  <a:cubicBezTo>
                    <a:pt x="1251" y="1906"/>
                    <a:pt x="1263" y="1787"/>
                    <a:pt x="1334" y="1727"/>
                  </a:cubicBezTo>
                  <a:lnTo>
                    <a:pt x="1715" y="1358"/>
                  </a:lnTo>
                  <a:cubicBezTo>
                    <a:pt x="1754" y="1319"/>
                    <a:pt x="1804" y="1301"/>
                    <a:pt x="1854" y="1301"/>
                  </a:cubicBezTo>
                  <a:cubicBezTo>
                    <a:pt x="1894" y="1301"/>
                    <a:pt x="1933" y="1313"/>
                    <a:pt x="1965" y="1334"/>
                  </a:cubicBezTo>
                  <a:lnTo>
                    <a:pt x="2763" y="1870"/>
                  </a:lnTo>
                  <a:cubicBezTo>
                    <a:pt x="2792" y="1888"/>
                    <a:pt x="2828" y="1897"/>
                    <a:pt x="2864" y="1897"/>
                  </a:cubicBezTo>
                  <a:cubicBezTo>
                    <a:pt x="2900" y="1897"/>
                    <a:pt x="2935" y="1888"/>
                    <a:pt x="2965" y="1870"/>
                  </a:cubicBezTo>
                  <a:cubicBezTo>
                    <a:pt x="3156" y="1751"/>
                    <a:pt x="3382" y="1668"/>
                    <a:pt x="3584" y="1596"/>
                  </a:cubicBezTo>
                  <a:cubicBezTo>
                    <a:pt x="3644" y="1584"/>
                    <a:pt x="3703" y="1525"/>
                    <a:pt x="3715" y="1465"/>
                  </a:cubicBezTo>
                  <a:lnTo>
                    <a:pt x="3918" y="513"/>
                  </a:lnTo>
                  <a:cubicBezTo>
                    <a:pt x="3930" y="417"/>
                    <a:pt x="4013" y="346"/>
                    <a:pt x="4108" y="346"/>
                  </a:cubicBezTo>
                  <a:lnTo>
                    <a:pt x="4632" y="346"/>
                  </a:lnTo>
                  <a:cubicBezTo>
                    <a:pt x="4715" y="346"/>
                    <a:pt x="4811" y="417"/>
                    <a:pt x="4823" y="513"/>
                  </a:cubicBezTo>
                  <a:lnTo>
                    <a:pt x="5013" y="1465"/>
                  </a:lnTo>
                  <a:cubicBezTo>
                    <a:pt x="5025" y="1525"/>
                    <a:pt x="5073" y="1584"/>
                    <a:pt x="5144" y="1596"/>
                  </a:cubicBezTo>
                  <a:cubicBezTo>
                    <a:pt x="5370" y="1656"/>
                    <a:pt x="5585" y="1751"/>
                    <a:pt x="5775" y="1870"/>
                  </a:cubicBezTo>
                  <a:cubicBezTo>
                    <a:pt x="5805" y="1882"/>
                    <a:pt x="5838" y="1888"/>
                    <a:pt x="5870" y="1888"/>
                  </a:cubicBezTo>
                  <a:cubicBezTo>
                    <a:pt x="5903" y="1888"/>
                    <a:pt x="5936" y="1882"/>
                    <a:pt x="5966" y="1870"/>
                  </a:cubicBezTo>
                  <a:lnTo>
                    <a:pt x="6775" y="1334"/>
                  </a:lnTo>
                  <a:cubicBezTo>
                    <a:pt x="6806" y="1309"/>
                    <a:pt x="6846" y="1296"/>
                    <a:pt x="6886" y="1296"/>
                  </a:cubicBezTo>
                  <a:cubicBezTo>
                    <a:pt x="6938" y="1296"/>
                    <a:pt x="6991" y="1317"/>
                    <a:pt x="7025" y="1358"/>
                  </a:cubicBezTo>
                  <a:lnTo>
                    <a:pt x="7394" y="1727"/>
                  </a:lnTo>
                  <a:cubicBezTo>
                    <a:pt x="7466" y="1810"/>
                    <a:pt x="7466" y="1906"/>
                    <a:pt x="7430" y="1989"/>
                  </a:cubicBezTo>
                  <a:lnTo>
                    <a:pt x="6894" y="2787"/>
                  </a:lnTo>
                  <a:cubicBezTo>
                    <a:pt x="6847" y="2846"/>
                    <a:pt x="6847" y="2918"/>
                    <a:pt x="6894" y="2977"/>
                  </a:cubicBezTo>
                  <a:cubicBezTo>
                    <a:pt x="7013" y="3180"/>
                    <a:pt x="7085" y="3394"/>
                    <a:pt x="7156" y="3608"/>
                  </a:cubicBezTo>
                  <a:cubicBezTo>
                    <a:pt x="7168" y="3668"/>
                    <a:pt x="7228" y="3727"/>
                    <a:pt x="7287" y="3739"/>
                  </a:cubicBezTo>
                  <a:lnTo>
                    <a:pt x="8240" y="3930"/>
                  </a:lnTo>
                  <a:cubicBezTo>
                    <a:pt x="8335" y="3954"/>
                    <a:pt x="8406" y="4037"/>
                    <a:pt x="8406" y="4132"/>
                  </a:cubicBezTo>
                  <a:lnTo>
                    <a:pt x="8406" y="4644"/>
                  </a:lnTo>
                  <a:cubicBezTo>
                    <a:pt x="8406" y="4739"/>
                    <a:pt x="8335" y="4823"/>
                    <a:pt x="8240" y="4847"/>
                  </a:cubicBezTo>
                  <a:lnTo>
                    <a:pt x="7287" y="5037"/>
                  </a:lnTo>
                  <a:cubicBezTo>
                    <a:pt x="7228" y="5049"/>
                    <a:pt x="7168" y="5097"/>
                    <a:pt x="7156" y="5168"/>
                  </a:cubicBezTo>
                  <a:cubicBezTo>
                    <a:pt x="7109" y="5335"/>
                    <a:pt x="7049" y="5478"/>
                    <a:pt x="6978" y="5632"/>
                  </a:cubicBezTo>
                  <a:cubicBezTo>
                    <a:pt x="6930" y="5716"/>
                    <a:pt x="6978" y="5823"/>
                    <a:pt x="7073" y="5871"/>
                  </a:cubicBezTo>
                  <a:cubicBezTo>
                    <a:pt x="7095" y="5883"/>
                    <a:pt x="7119" y="5889"/>
                    <a:pt x="7143" y="5889"/>
                  </a:cubicBezTo>
                  <a:cubicBezTo>
                    <a:pt x="7209" y="5889"/>
                    <a:pt x="7276" y="5845"/>
                    <a:pt x="7311" y="5775"/>
                  </a:cubicBezTo>
                  <a:cubicBezTo>
                    <a:pt x="7370" y="5644"/>
                    <a:pt x="7430" y="5513"/>
                    <a:pt x="7466" y="5359"/>
                  </a:cubicBezTo>
                  <a:lnTo>
                    <a:pt x="8323" y="5204"/>
                  </a:lnTo>
                  <a:cubicBezTo>
                    <a:pt x="8585" y="5144"/>
                    <a:pt x="8763" y="4918"/>
                    <a:pt x="8763" y="4644"/>
                  </a:cubicBezTo>
                  <a:lnTo>
                    <a:pt x="8763" y="4132"/>
                  </a:lnTo>
                  <a:cubicBezTo>
                    <a:pt x="8763" y="3858"/>
                    <a:pt x="8573" y="3632"/>
                    <a:pt x="8323" y="3573"/>
                  </a:cubicBezTo>
                  <a:lnTo>
                    <a:pt x="7466" y="3406"/>
                  </a:lnTo>
                  <a:cubicBezTo>
                    <a:pt x="7406" y="3227"/>
                    <a:pt x="7347" y="3073"/>
                    <a:pt x="7263" y="2906"/>
                  </a:cubicBezTo>
                  <a:lnTo>
                    <a:pt x="7740" y="2191"/>
                  </a:lnTo>
                  <a:cubicBezTo>
                    <a:pt x="7882" y="1965"/>
                    <a:pt x="7859" y="1668"/>
                    <a:pt x="7668" y="1477"/>
                  </a:cubicBezTo>
                  <a:lnTo>
                    <a:pt x="7287" y="1108"/>
                  </a:lnTo>
                  <a:cubicBezTo>
                    <a:pt x="7177" y="998"/>
                    <a:pt x="7032" y="940"/>
                    <a:pt x="6885" y="940"/>
                  </a:cubicBezTo>
                  <a:cubicBezTo>
                    <a:pt x="6777" y="940"/>
                    <a:pt x="6668" y="971"/>
                    <a:pt x="6573" y="1037"/>
                  </a:cubicBezTo>
                  <a:lnTo>
                    <a:pt x="5858" y="1513"/>
                  </a:lnTo>
                  <a:cubicBezTo>
                    <a:pt x="5704" y="1418"/>
                    <a:pt x="5537" y="1358"/>
                    <a:pt x="5358" y="1299"/>
                  </a:cubicBezTo>
                  <a:lnTo>
                    <a:pt x="5192" y="453"/>
                  </a:lnTo>
                  <a:cubicBezTo>
                    <a:pt x="5132" y="179"/>
                    <a:pt x="4906" y="1"/>
                    <a:pt x="464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1740;p65">
              <a:extLst>
                <a:ext uri="{FF2B5EF4-FFF2-40B4-BE49-F238E27FC236}">
                  <a16:creationId xmlns:a16="http://schemas.microsoft.com/office/drawing/2014/main" id="{C948BC88-6903-0123-5358-32D255D17BEE}"/>
                </a:ext>
              </a:extLst>
            </p:cNvPr>
            <p:cNvSpPr/>
            <p:nvPr/>
          </p:nvSpPr>
          <p:spPr>
            <a:xfrm>
              <a:off x="6161507" y="2967679"/>
              <a:ext cx="111851" cy="97432"/>
            </a:xfrm>
            <a:custGeom>
              <a:avLst/>
              <a:gdLst/>
              <a:ahLst/>
              <a:cxnLst/>
              <a:rect l="l" t="t" r="r" b="b"/>
              <a:pathLst>
                <a:path w="3514" h="3061" extrusionOk="0">
                  <a:moveTo>
                    <a:pt x="1489" y="1"/>
                  </a:moveTo>
                  <a:cubicBezTo>
                    <a:pt x="965" y="1"/>
                    <a:pt x="465" y="215"/>
                    <a:pt x="84" y="584"/>
                  </a:cubicBezTo>
                  <a:cubicBezTo>
                    <a:pt x="1" y="656"/>
                    <a:pt x="1" y="763"/>
                    <a:pt x="84" y="834"/>
                  </a:cubicBezTo>
                  <a:cubicBezTo>
                    <a:pt x="120" y="870"/>
                    <a:pt x="164" y="888"/>
                    <a:pt x="209" y="888"/>
                  </a:cubicBezTo>
                  <a:cubicBezTo>
                    <a:pt x="254" y="888"/>
                    <a:pt x="298" y="870"/>
                    <a:pt x="334" y="834"/>
                  </a:cubicBezTo>
                  <a:cubicBezTo>
                    <a:pt x="644" y="537"/>
                    <a:pt x="1060" y="358"/>
                    <a:pt x="1489" y="358"/>
                  </a:cubicBezTo>
                  <a:cubicBezTo>
                    <a:pt x="2418" y="358"/>
                    <a:pt x="3168" y="1108"/>
                    <a:pt x="3168" y="2025"/>
                  </a:cubicBezTo>
                  <a:cubicBezTo>
                    <a:pt x="3168" y="2299"/>
                    <a:pt x="3096" y="2549"/>
                    <a:pt x="2989" y="2787"/>
                  </a:cubicBezTo>
                  <a:cubicBezTo>
                    <a:pt x="2930" y="2894"/>
                    <a:pt x="2953" y="2989"/>
                    <a:pt x="3049" y="3037"/>
                  </a:cubicBezTo>
                  <a:cubicBezTo>
                    <a:pt x="3073" y="3061"/>
                    <a:pt x="3108" y="3061"/>
                    <a:pt x="3132" y="3061"/>
                  </a:cubicBezTo>
                  <a:cubicBezTo>
                    <a:pt x="3192" y="3061"/>
                    <a:pt x="3263" y="3025"/>
                    <a:pt x="3299" y="2954"/>
                  </a:cubicBezTo>
                  <a:cubicBezTo>
                    <a:pt x="3442" y="2668"/>
                    <a:pt x="3513" y="2358"/>
                    <a:pt x="3513" y="2025"/>
                  </a:cubicBezTo>
                  <a:cubicBezTo>
                    <a:pt x="3513" y="906"/>
                    <a:pt x="2608" y="1"/>
                    <a:pt x="148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1741;p65">
              <a:extLst>
                <a:ext uri="{FF2B5EF4-FFF2-40B4-BE49-F238E27FC236}">
                  <a16:creationId xmlns:a16="http://schemas.microsoft.com/office/drawing/2014/main" id="{5632531D-88C5-29A3-CDD8-D8BE8DF9F8E0}"/>
                </a:ext>
              </a:extLst>
            </p:cNvPr>
            <p:cNvSpPr/>
            <p:nvPr/>
          </p:nvSpPr>
          <p:spPr>
            <a:xfrm>
              <a:off x="6144828" y="3007848"/>
              <a:ext cx="105389" cy="88742"/>
            </a:xfrm>
            <a:custGeom>
              <a:avLst/>
              <a:gdLst/>
              <a:ahLst/>
              <a:cxnLst/>
              <a:rect l="l" t="t" r="r" b="b"/>
              <a:pathLst>
                <a:path w="3311" h="2788" extrusionOk="0">
                  <a:moveTo>
                    <a:pt x="262" y="1"/>
                  </a:moveTo>
                  <a:cubicBezTo>
                    <a:pt x="194" y="1"/>
                    <a:pt x="124" y="44"/>
                    <a:pt x="96" y="108"/>
                  </a:cubicBezTo>
                  <a:cubicBezTo>
                    <a:pt x="25" y="323"/>
                    <a:pt x="1" y="549"/>
                    <a:pt x="1" y="763"/>
                  </a:cubicBezTo>
                  <a:cubicBezTo>
                    <a:pt x="1" y="1882"/>
                    <a:pt x="906" y="2787"/>
                    <a:pt x="2013" y="2787"/>
                  </a:cubicBezTo>
                  <a:cubicBezTo>
                    <a:pt x="2454" y="2787"/>
                    <a:pt x="2846" y="2656"/>
                    <a:pt x="3204" y="2406"/>
                  </a:cubicBezTo>
                  <a:cubicBezTo>
                    <a:pt x="3287" y="2347"/>
                    <a:pt x="3311" y="2239"/>
                    <a:pt x="3251" y="2156"/>
                  </a:cubicBezTo>
                  <a:cubicBezTo>
                    <a:pt x="3214" y="2104"/>
                    <a:pt x="3159" y="2075"/>
                    <a:pt x="3102" y="2075"/>
                  </a:cubicBezTo>
                  <a:cubicBezTo>
                    <a:pt x="3068" y="2075"/>
                    <a:pt x="3033" y="2086"/>
                    <a:pt x="3001" y="2108"/>
                  </a:cubicBezTo>
                  <a:cubicBezTo>
                    <a:pt x="2715" y="2311"/>
                    <a:pt x="2370" y="2418"/>
                    <a:pt x="2037" y="2418"/>
                  </a:cubicBezTo>
                  <a:cubicBezTo>
                    <a:pt x="1108" y="2418"/>
                    <a:pt x="370" y="1680"/>
                    <a:pt x="370" y="751"/>
                  </a:cubicBezTo>
                  <a:cubicBezTo>
                    <a:pt x="370" y="573"/>
                    <a:pt x="394" y="382"/>
                    <a:pt x="453" y="215"/>
                  </a:cubicBezTo>
                  <a:cubicBezTo>
                    <a:pt x="477" y="144"/>
                    <a:pt x="406" y="37"/>
                    <a:pt x="322" y="13"/>
                  </a:cubicBezTo>
                  <a:cubicBezTo>
                    <a:pt x="303" y="5"/>
                    <a:pt x="283" y="1"/>
                    <a:pt x="26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1742;p65">
              <a:extLst>
                <a:ext uri="{FF2B5EF4-FFF2-40B4-BE49-F238E27FC236}">
                  <a16:creationId xmlns:a16="http://schemas.microsoft.com/office/drawing/2014/main" id="{0FB63C15-56DB-576C-F1DD-BFBE5D57B0BA}"/>
                </a:ext>
              </a:extLst>
            </p:cNvPr>
            <p:cNvSpPr/>
            <p:nvPr/>
          </p:nvSpPr>
          <p:spPr>
            <a:xfrm>
              <a:off x="6245633" y="3069248"/>
              <a:ext cx="186110" cy="186874"/>
            </a:xfrm>
            <a:custGeom>
              <a:avLst/>
              <a:gdLst/>
              <a:ahLst/>
              <a:cxnLst/>
              <a:rect l="l" t="t" r="r" b="b"/>
              <a:pathLst>
                <a:path w="5847" h="5871" extrusionOk="0">
                  <a:moveTo>
                    <a:pt x="2751" y="1"/>
                  </a:moveTo>
                  <a:cubicBezTo>
                    <a:pt x="2549" y="1"/>
                    <a:pt x="2370" y="144"/>
                    <a:pt x="2335" y="346"/>
                  </a:cubicBezTo>
                  <a:lnTo>
                    <a:pt x="2227" y="858"/>
                  </a:lnTo>
                  <a:cubicBezTo>
                    <a:pt x="2144" y="894"/>
                    <a:pt x="2037" y="941"/>
                    <a:pt x="1965" y="977"/>
                  </a:cubicBezTo>
                  <a:lnTo>
                    <a:pt x="1513" y="680"/>
                  </a:lnTo>
                  <a:cubicBezTo>
                    <a:pt x="1449" y="631"/>
                    <a:pt x="1372" y="608"/>
                    <a:pt x="1293" y="608"/>
                  </a:cubicBezTo>
                  <a:cubicBezTo>
                    <a:pt x="1179" y="608"/>
                    <a:pt x="1061" y="655"/>
                    <a:pt x="977" y="739"/>
                  </a:cubicBezTo>
                  <a:lnTo>
                    <a:pt x="739" y="977"/>
                  </a:lnTo>
                  <a:cubicBezTo>
                    <a:pt x="596" y="1132"/>
                    <a:pt x="584" y="1346"/>
                    <a:pt x="680" y="1513"/>
                  </a:cubicBezTo>
                  <a:lnTo>
                    <a:pt x="977" y="1965"/>
                  </a:lnTo>
                  <a:cubicBezTo>
                    <a:pt x="918" y="2084"/>
                    <a:pt x="882" y="2215"/>
                    <a:pt x="834" y="2346"/>
                  </a:cubicBezTo>
                  <a:cubicBezTo>
                    <a:pt x="799" y="2442"/>
                    <a:pt x="858" y="2537"/>
                    <a:pt x="953" y="2573"/>
                  </a:cubicBezTo>
                  <a:cubicBezTo>
                    <a:pt x="968" y="2579"/>
                    <a:pt x="984" y="2582"/>
                    <a:pt x="1000" y="2582"/>
                  </a:cubicBezTo>
                  <a:cubicBezTo>
                    <a:pt x="1073" y="2582"/>
                    <a:pt x="1150" y="2522"/>
                    <a:pt x="1180" y="2454"/>
                  </a:cubicBezTo>
                  <a:cubicBezTo>
                    <a:pt x="1215" y="2323"/>
                    <a:pt x="1263" y="2192"/>
                    <a:pt x="1334" y="2049"/>
                  </a:cubicBezTo>
                  <a:cubicBezTo>
                    <a:pt x="1370" y="1989"/>
                    <a:pt x="1370" y="1918"/>
                    <a:pt x="1334" y="1858"/>
                  </a:cubicBezTo>
                  <a:lnTo>
                    <a:pt x="977" y="1322"/>
                  </a:lnTo>
                  <a:cubicBezTo>
                    <a:pt x="965" y="1287"/>
                    <a:pt x="965" y="1263"/>
                    <a:pt x="1001" y="1239"/>
                  </a:cubicBezTo>
                  <a:lnTo>
                    <a:pt x="1239" y="989"/>
                  </a:lnTo>
                  <a:cubicBezTo>
                    <a:pt x="1253" y="975"/>
                    <a:pt x="1271" y="969"/>
                    <a:pt x="1288" y="969"/>
                  </a:cubicBezTo>
                  <a:cubicBezTo>
                    <a:pt x="1301" y="969"/>
                    <a:pt x="1313" y="972"/>
                    <a:pt x="1322" y="977"/>
                  </a:cubicBezTo>
                  <a:lnTo>
                    <a:pt x="1858" y="1334"/>
                  </a:lnTo>
                  <a:cubicBezTo>
                    <a:pt x="1888" y="1358"/>
                    <a:pt x="1921" y="1370"/>
                    <a:pt x="1954" y="1370"/>
                  </a:cubicBezTo>
                  <a:cubicBezTo>
                    <a:pt x="1986" y="1370"/>
                    <a:pt x="2019" y="1358"/>
                    <a:pt x="2049" y="1334"/>
                  </a:cubicBezTo>
                  <a:cubicBezTo>
                    <a:pt x="2168" y="1263"/>
                    <a:pt x="2323" y="1203"/>
                    <a:pt x="2454" y="1168"/>
                  </a:cubicBezTo>
                  <a:cubicBezTo>
                    <a:pt x="2513" y="1156"/>
                    <a:pt x="2573" y="1096"/>
                    <a:pt x="2585" y="1037"/>
                  </a:cubicBezTo>
                  <a:lnTo>
                    <a:pt x="2704" y="418"/>
                  </a:lnTo>
                  <a:cubicBezTo>
                    <a:pt x="2704" y="382"/>
                    <a:pt x="2739" y="358"/>
                    <a:pt x="2775" y="358"/>
                  </a:cubicBezTo>
                  <a:lnTo>
                    <a:pt x="3120" y="358"/>
                  </a:lnTo>
                  <a:cubicBezTo>
                    <a:pt x="3156" y="358"/>
                    <a:pt x="3180" y="382"/>
                    <a:pt x="3192" y="418"/>
                  </a:cubicBezTo>
                  <a:lnTo>
                    <a:pt x="3311" y="1037"/>
                  </a:lnTo>
                  <a:cubicBezTo>
                    <a:pt x="3335" y="1096"/>
                    <a:pt x="3370" y="1156"/>
                    <a:pt x="3454" y="1168"/>
                  </a:cubicBezTo>
                  <a:cubicBezTo>
                    <a:pt x="3585" y="1215"/>
                    <a:pt x="3716" y="1263"/>
                    <a:pt x="3847" y="1334"/>
                  </a:cubicBezTo>
                  <a:cubicBezTo>
                    <a:pt x="3882" y="1352"/>
                    <a:pt x="3918" y="1361"/>
                    <a:pt x="3952" y="1361"/>
                  </a:cubicBezTo>
                  <a:cubicBezTo>
                    <a:pt x="3987" y="1361"/>
                    <a:pt x="4019" y="1352"/>
                    <a:pt x="4049" y="1334"/>
                  </a:cubicBezTo>
                  <a:lnTo>
                    <a:pt x="4585" y="977"/>
                  </a:lnTo>
                  <a:cubicBezTo>
                    <a:pt x="4595" y="972"/>
                    <a:pt x="4607" y="969"/>
                    <a:pt x="4619" y="969"/>
                  </a:cubicBezTo>
                  <a:cubicBezTo>
                    <a:pt x="4636" y="969"/>
                    <a:pt x="4654" y="975"/>
                    <a:pt x="4668" y="989"/>
                  </a:cubicBezTo>
                  <a:lnTo>
                    <a:pt x="4906" y="1239"/>
                  </a:lnTo>
                  <a:cubicBezTo>
                    <a:pt x="4942" y="1263"/>
                    <a:pt x="4942" y="1287"/>
                    <a:pt x="4918" y="1322"/>
                  </a:cubicBezTo>
                  <a:lnTo>
                    <a:pt x="4561" y="1858"/>
                  </a:lnTo>
                  <a:cubicBezTo>
                    <a:pt x="4525" y="1918"/>
                    <a:pt x="4525" y="1989"/>
                    <a:pt x="4561" y="2049"/>
                  </a:cubicBezTo>
                  <a:cubicBezTo>
                    <a:pt x="4644" y="2168"/>
                    <a:pt x="4704" y="2323"/>
                    <a:pt x="4728" y="2454"/>
                  </a:cubicBezTo>
                  <a:cubicBezTo>
                    <a:pt x="4740" y="2513"/>
                    <a:pt x="4799" y="2573"/>
                    <a:pt x="4859" y="2585"/>
                  </a:cubicBezTo>
                  <a:lnTo>
                    <a:pt x="5490" y="2704"/>
                  </a:lnTo>
                  <a:cubicBezTo>
                    <a:pt x="5513" y="2704"/>
                    <a:pt x="5549" y="2739"/>
                    <a:pt x="5549" y="2775"/>
                  </a:cubicBezTo>
                  <a:lnTo>
                    <a:pt x="5549" y="3120"/>
                  </a:lnTo>
                  <a:cubicBezTo>
                    <a:pt x="5549" y="3156"/>
                    <a:pt x="5513" y="3180"/>
                    <a:pt x="5490" y="3192"/>
                  </a:cubicBezTo>
                  <a:lnTo>
                    <a:pt x="4859" y="3311"/>
                  </a:lnTo>
                  <a:cubicBezTo>
                    <a:pt x="4799" y="3335"/>
                    <a:pt x="4740" y="3370"/>
                    <a:pt x="4728" y="3454"/>
                  </a:cubicBezTo>
                  <a:cubicBezTo>
                    <a:pt x="4680" y="3585"/>
                    <a:pt x="4644" y="3716"/>
                    <a:pt x="4561" y="3847"/>
                  </a:cubicBezTo>
                  <a:cubicBezTo>
                    <a:pt x="4537" y="3906"/>
                    <a:pt x="4537" y="3989"/>
                    <a:pt x="4561" y="4049"/>
                  </a:cubicBezTo>
                  <a:lnTo>
                    <a:pt x="4918" y="4585"/>
                  </a:lnTo>
                  <a:cubicBezTo>
                    <a:pt x="4942" y="4609"/>
                    <a:pt x="4942" y="4644"/>
                    <a:pt x="4906" y="4668"/>
                  </a:cubicBezTo>
                  <a:lnTo>
                    <a:pt x="4668" y="4906"/>
                  </a:lnTo>
                  <a:cubicBezTo>
                    <a:pt x="4655" y="4926"/>
                    <a:pt x="4638" y="4935"/>
                    <a:pt x="4622" y="4935"/>
                  </a:cubicBezTo>
                  <a:cubicBezTo>
                    <a:pt x="4609" y="4935"/>
                    <a:pt x="4595" y="4929"/>
                    <a:pt x="4585" y="4918"/>
                  </a:cubicBezTo>
                  <a:lnTo>
                    <a:pt x="4049" y="4561"/>
                  </a:lnTo>
                  <a:cubicBezTo>
                    <a:pt x="4019" y="4543"/>
                    <a:pt x="3984" y="4534"/>
                    <a:pt x="3948" y="4534"/>
                  </a:cubicBezTo>
                  <a:cubicBezTo>
                    <a:pt x="3912" y="4534"/>
                    <a:pt x="3876" y="4543"/>
                    <a:pt x="3847" y="4561"/>
                  </a:cubicBezTo>
                  <a:cubicBezTo>
                    <a:pt x="3728" y="4644"/>
                    <a:pt x="3585" y="4704"/>
                    <a:pt x="3454" y="4728"/>
                  </a:cubicBezTo>
                  <a:cubicBezTo>
                    <a:pt x="3394" y="4751"/>
                    <a:pt x="3335" y="4811"/>
                    <a:pt x="3311" y="4859"/>
                  </a:cubicBezTo>
                  <a:lnTo>
                    <a:pt x="3192" y="5490"/>
                  </a:lnTo>
                  <a:cubicBezTo>
                    <a:pt x="3192" y="5525"/>
                    <a:pt x="3168" y="5549"/>
                    <a:pt x="3120" y="5549"/>
                  </a:cubicBezTo>
                  <a:lnTo>
                    <a:pt x="2775" y="5549"/>
                  </a:lnTo>
                  <a:cubicBezTo>
                    <a:pt x="2751" y="5549"/>
                    <a:pt x="2716" y="5513"/>
                    <a:pt x="2704" y="5490"/>
                  </a:cubicBezTo>
                  <a:lnTo>
                    <a:pt x="2585" y="4859"/>
                  </a:lnTo>
                  <a:cubicBezTo>
                    <a:pt x="2573" y="4811"/>
                    <a:pt x="2525" y="4751"/>
                    <a:pt x="2454" y="4728"/>
                  </a:cubicBezTo>
                  <a:cubicBezTo>
                    <a:pt x="2323" y="4692"/>
                    <a:pt x="2180" y="4644"/>
                    <a:pt x="2049" y="4561"/>
                  </a:cubicBezTo>
                  <a:cubicBezTo>
                    <a:pt x="2019" y="4549"/>
                    <a:pt x="1986" y="4543"/>
                    <a:pt x="1954" y="4543"/>
                  </a:cubicBezTo>
                  <a:cubicBezTo>
                    <a:pt x="1921" y="4543"/>
                    <a:pt x="1888" y="4549"/>
                    <a:pt x="1858" y="4561"/>
                  </a:cubicBezTo>
                  <a:lnTo>
                    <a:pt x="1322" y="4918"/>
                  </a:lnTo>
                  <a:cubicBezTo>
                    <a:pt x="1306" y="4929"/>
                    <a:pt x="1293" y="4935"/>
                    <a:pt x="1280" y="4935"/>
                  </a:cubicBezTo>
                  <a:cubicBezTo>
                    <a:pt x="1265" y="4935"/>
                    <a:pt x="1252" y="4926"/>
                    <a:pt x="1239" y="4906"/>
                  </a:cubicBezTo>
                  <a:lnTo>
                    <a:pt x="1001" y="4668"/>
                  </a:lnTo>
                  <a:cubicBezTo>
                    <a:pt x="965" y="4644"/>
                    <a:pt x="965" y="4609"/>
                    <a:pt x="977" y="4585"/>
                  </a:cubicBezTo>
                  <a:lnTo>
                    <a:pt x="1334" y="4049"/>
                  </a:lnTo>
                  <a:cubicBezTo>
                    <a:pt x="1382" y="3989"/>
                    <a:pt x="1382" y="3906"/>
                    <a:pt x="1334" y="3847"/>
                  </a:cubicBezTo>
                  <a:cubicBezTo>
                    <a:pt x="1263" y="3728"/>
                    <a:pt x="1203" y="3585"/>
                    <a:pt x="1180" y="3454"/>
                  </a:cubicBezTo>
                  <a:cubicBezTo>
                    <a:pt x="1156" y="3394"/>
                    <a:pt x="1096" y="3335"/>
                    <a:pt x="1037" y="3311"/>
                  </a:cubicBezTo>
                  <a:lnTo>
                    <a:pt x="418" y="3192"/>
                  </a:lnTo>
                  <a:cubicBezTo>
                    <a:pt x="382" y="3192"/>
                    <a:pt x="358" y="3168"/>
                    <a:pt x="358" y="3120"/>
                  </a:cubicBezTo>
                  <a:lnTo>
                    <a:pt x="358" y="2775"/>
                  </a:lnTo>
                  <a:cubicBezTo>
                    <a:pt x="358" y="2751"/>
                    <a:pt x="382" y="2727"/>
                    <a:pt x="418" y="2704"/>
                  </a:cubicBezTo>
                  <a:lnTo>
                    <a:pt x="465" y="2692"/>
                  </a:lnTo>
                  <a:cubicBezTo>
                    <a:pt x="560" y="2680"/>
                    <a:pt x="620" y="2573"/>
                    <a:pt x="596" y="2477"/>
                  </a:cubicBezTo>
                  <a:cubicBezTo>
                    <a:pt x="586" y="2396"/>
                    <a:pt x="507" y="2341"/>
                    <a:pt x="425" y="2341"/>
                  </a:cubicBezTo>
                  <a:cubicBezTo>
                    <a:pt x="411" y="2341"/>
                    <a:pt x="396" y="2343"/>
                    <a:pt x="382" y="2346"/>
                  </a:cubicBezTo>
                  <a:lnTo>
                    <a:pt x="346" y="2370"/>
                  </a:lnTo>
                  <a:cubicBezTo>
                    <a:pt x="144" y="2406"/>
                    <a:pt x="1" y="2585"/>
                    <a:pt x="1" y="2775"/>
                  </a:cubicBezTo>
                  <a:lnTo>
                    <a:pt x="1" y="3120"/>
                  </a:lnTo>
                  <a:cubicBezTo>
                    <a:pt x="1" y="3335"/>
                    <a:pt x="144" y="3513"/>
                    <a:pt x="346" y="3537"/>
                  </a:cubicBezTo>
                  <a:lnTo>
                    <a:pt x="858" y="3644"/>
                  </a:lnTo>
                  <a:cubicBezTo>
                    <a:pt x="894" y="3728"/>
                    <a:pt x="941" y="3835"/>
                    <a:pt x="977" y="3906"/>
                  </a:cubicBezTo>
                  <a:lnTo>
                    <a:pt x="680" y="4359"/>
                  </a:lnTo>
                  <a:cubicBezTo>
                    <a:pt x="560" y="4525"/>
                    <a:pt x="596" y="4763"/>
                    <a:pt x="739" y="4894"/>
                  </a:cubicBezTo>
                  <a:lnTo>
                    <a:pt x="977" y="5132"/>
                  </a:lnTo>
                  <a:cubicBezTo>
                    <a:pt x="1067" y="5216"/>
                    <a:pt x="1182" y="5259"/>
                    <a:pt x="1292" y="5259"/>
                  </a:cubicBezTo>
                  <a:cubicBezTo>
                    <a:pt x="1371" y="5259"/>
                    <a:pt x="1448" y="5237"/>
                    <a:pt x="1513" y="5192"/>
                  </a:cubicBezTo>
                  <a:lnTo>
                    <a:pt x="1965" y="4894"/>
                  </a:lnTo>
                  <a:cubicBezTo>
                    <a:pt x="2049" y="4942"/>
                    <a:pt x="2144" y="4978"/>
                    <a:pt x="2227" y="5013"/>
                  </a:cubicBezTo>
                  <a:lnTo>
                    <a:pt x="2335" y="5537"/>
                  </a:lnTo>
                  <a:cubicBezTo>
                    <a:pt x="2382" y="5728"/>
                    <a:pt x="2561" y="5871"/>
                    <a:pt x="2751" y="5871"/>
                  </a:cubicBezTo>
                  <a:lnTo>
                    <a:pt x="3097" y="5871"/>
                  </a:lnTo>
                  <a:cubicBezTo>
                    <a:pt x="3299" y="5871"/>
                    <a:pt x="3478" y="5728"/>
                    <a:pt x="3513" y="5537"/>
                  </a:cubicBezTo>
                  <a:lnTo>
                    <a:pt x="3620" y="5013"/>
                  </a:lnTo>
                  <a:cubicBezTo>
                    <a:pt x="3704" y="4978"/>
                    <a:pt x="3811" y="4942"/>
                    <a:pt x="3882" y="4894"/>
                  </a:cubicBezTo>
                  <a:lnTo>
                    <a:pt x="4323" y="5192"/>
                  </a:lnTo>
                  <a:cubicBezTo>
                    <a:pt x="4391" y="5241"/>
                    <a:pt x="4472" y="5264"/>
                    <a:pt x="4552" y="5264"/>
                  </a:cubicBezTo>
                  <a:cubicBezTo>
                    <a:pt x="4667" y="5264"/>
                    <a:pt x="4781" y="5217"/>
                    <a:pt x="4859" y="5132"/>
                  </a:cubicBezTo>
                  <a:lnTo>
                    <a:pt x="5097" y="4894"/>
                  </a:lnTo>
                  <a:cubicBezTo>
                    <a:pt x="5252" y="4740"/>
                    <a:pt x="5263" y="4525"/>
                    <a:pt x="5156" y="4359"/>
                  </a:cubicBezTo>
                  <a:lnTo>
                    <a:pt x="4859" y="3906"/>
                  </a:lnTo>
                  <a:cubicBezTo>
                    <a:pt x="4906" y="3823"/>
                    <a:pt x="4954" y="3728"/>
                    <a:pt x="4978" y="3644"/>
                  </a:cubicBezTo>
                  <a:lnTo>
                    <a:pt x="5502" y="3537"/>
                  </a:lnTo>
                  <a:cubicBezTo>
                    <a:pt x="5692" y="3489"/>
                    <a:pt x="5847" y="3311"/>
                    <a:pt x="5847" y="3120"/>
                  </a:cubicBezTo>
                  <a:lnTo>
                    <a:pt x="5847" y="2775"/>
                  </a:lnTo>
                  <a:cubicBezTo>
                    <a:pt x="5847" y="2549"/>
                    <a:pt x="5716" y="2382"/>
                    <a:pt x="5502" y="2334"/>
                  </a:cubicBezTo>
                  <a:lnTo>
                    <a:pt x="4990" y="2227"/>
                  </a:lnTo>
                  <a:cubicBezTo>
                    <a:pt x="4954" y="2144"/>
                    <a:pt x="4906" y="2037"/>
                    <a:pt x="4871" y="1965"/>
                  </a:cubicBezTo>
                  <a:lnTo>
                    <a:pt x="5168" y="1513"/>
                  </a:lnTo>
                  <a:cubicBezTo>
                    <a:pt x="5287" y="1346"/>
                    <a:pt x="5252" y="1108"/>
                    <a:pt x="5109" y="977"/>
                  </a:cubicBezTo>
                  <a:lnTo>
                    <a:pt x="4871" y="739"/>
                  </a:lnTo>
                  <a:cubicBezTo>
                    <a:pt x="4780" y="656"/>
                    <a:pt x="4666" y="613"/>
                    <a:pt x="4555" y="613"/>
                  </a:cubicBezTo>
                  <a:cubicBezTo>
                    <a:pt x="4476" y="613"/>
                    <a:pt x="4399" y="635"/>
                    <a:pt x="4335" y="680"/>
                  </a:cubicBezTo>
                  <a:lnTo>
                    <a:pt x="3882" y="977"/>
                  </a:lnTo>
                  <a:cubicBezTo>
                    <a:pt x="3799" y="941"/>
                    <a:pt x="3704" y="894"/>
                    <a:pt x="3620" y="858"/>
                  </a:cubicBezTo>
                  <a:lnTo>
                    <a:pt x="3513" y="346"/>
                  </a:lnTo>
                  <a:cubicBezTo>
                    <a:pt x="3466" y="144"/>
                    <a:pt x="3287" y="1"/>
                    <a:pt x="309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1743;p65">
              <a:extLst>
                <a:ext uri="{FF2B5EF4-FFF2-40B4-BE49-F238E27FC236}">
                  <a16:creationId xmlns:a16="http://schemas.microsoft.com/office/drawing/2014/main" id="{37F1ED6A-7F33-DE39-BD26-84435CBE215A}"/>
                </a:ext>
              </a:extLst>
            </p:cNvPr>
            <p:cNvSpPr/>
            <p:nvPr/>
          </p:nvSpPr>
          <p:spPr>
            <a:xfrm>
              <a:off x="6305888" y="3129884"/>
              <a:ext cx="64488" cy="64456"/>
            </a:xfrm>
            <a:custGeom>
              <a:avLst/>
              <a:gdLst/>
              <a:ahLst/>
              <a:cxnLst/>
              <a:rect l="l" t="t" r="r" b="b"/>
              <a:pathLst>
                <a:path w="2026" h="2025" extrusionOk="0">
                  <a:moveTo>
                    <a:pt x="1013" y="1"/>
                  </a:moveTo>
                  <a:cubicBezTo>
                    <a:pt x="453" y="1"/>
                    <a:pt x="1" y="441"/>
                    <a:pt x="1" y="1013"/>
                  </a:cubicBezTo>
                  <a:cubicBezTo>
                    <a:pt x="1" y="1561"/>
                    <a:pt x="442" y="2025"/>
                    <a:pt x="1013" y="2025"/>
                  </a:cubicBezTo>
                  <a:cubicBezTo>
                    <a:pt x="1227" y="2025"/>
                    <a:pt x="1442" y="1942"/>
                    <a:pt x="1620" y="1811"/>
                  </a:cubicBezTo>
                  <a:cubicBezTo>
                    <a:pt x="1692" y="1751"/>
                    <a:pt x="1704" y="1632"/>
                    <a:pt x="1644" y="1561"/>
                  </a:cubicBezTo>
                  <a:cubicBezTo>
                    <a:pt x="1608" y="1517"/>
                    <a:pt x="1549" y="1491"/>
                    <a:pt x="1493" y="1491"/>
                  </a:cubicBezTo>
                  <a:cubicBezTo>
                    <a:pt x="1457" y="1491"/>
                    <a:pt x="1422" y="1502"/>
                    <a:pt x="1394" y="1525"/>
                  </a:cubicBezTo>
                  <a:cubicBezTo>
                    <a:pt x="1275" y="1620"/>
                    <a:pt x="1144" y="1668"/>
                    <a:pt x="989" y="1668"/>
                  </a:cubicBezTo>
                  <a:cubicBezTo>
                    <a:pt x="632" y="1668"/>
                    <a:pt x="358" y="1370"/>
                    <a:pt x="358" y="1025"/>
                  </a:cubicBezTo>
                  <a:cubicBezTo>
                    <a:pt x="382" y="668"/>
                    <a:pt x="668" y="370"/>
                    <a:pt x="1025" y="370"/>
                  </a:cubicBezTo>
                  <a:cubicBezTo>
                    <a:pt x="1382" y="370"/>
                    <a:pt x="1668" y="668"/>
                    <a:pt x="1668" y="1013"/>
                  </a:cubicBezTo>
                  <a:cubicBezTo>
                    <a:pt x="1668" y="1120"/>
                    <a:pt x="1739" y="1191"/>
                    <a:pt x="1846" y="1191"/>
                  </a:cubicBezTo>
                  <a:cubicBezTo>
                    <a:pt x="1942" y="1191"/>
                    <a:pt x="2025" y="1120"/>
                    <a:pt x="2025" y="1013"/>
                  </a:cubicBezTo>
                  <a:cubicBezTo>
                    <a:pt x="2025" y="453"/>
                    <a:pt x="1573" y="1"/>
                    <a:pt x="101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1744;p65">
              <a:extLst>
                <a:ext uri="{FF2B5EF4-FFF2-40B4-BE49-F238E27FC236}">
                  <a16:creationId xmlns:a16="http://schemas.microsoft.com/office/drawing/2014/main" id="{2E8D3C3F-F396-215C-466C-84F9E986EF97}"/>
                </a:ext>
              </a:extLst>
            </p:cNvPr>
            <p:cNvSpPr/>
            <p:nvPr/>
          </p:nvSpPr>
          <p:spPr>
            <a:xfrm>
              <a:off x="6173634" y="2997631"/>
              <a:ext cx="70153" cy="70153"/>
            </a:xfrm>
            <a:custGeom>
              <a:avLst/>
              <a:gdLst/>
              <a:ahLst/>
              <a:cxnLst/>
              <a:rect l="l" t="t" r="r" b="b"/>
              <a:pathLst>
                <a:path w="2204" h="2204" extrusionOk="0">
                  <a:moveTo>
                    <a:pt x="1096" y="370"/>
                  </a:moveTo>
                  <a:cubicBezTo>
                    <a:pt x="1501" y="370"/>
                    <a:pt x="1834" y="703"/>
                    <a:pt x="1834" y="1108"/>
                  </a:cubicBezTo>
                  <a:cubicBezTo>
                    <a:pt x="1834" y="1501"/>
                    <a:pt x="1501" y="1834"/>
                    <a:pt x="1096" y="1834"/>
                  </a:cubicBezTo>
                  <a:cubicBezTo>
                    <a:pt x="691" y="1834"/>
                    <a:pt x="370" y="1501"/>
                    <a:pt x="370" y="1108"/>
                  </a:cubicBezTo>
                  <a:cubicBezTo>
                    <a:pt x="370" y="703"/>
                    <a:pt x="703" y="370"/>
                    <a:pt x="1096" y="370"/>
                  </a:cubicBezTo>
                  <a:close/>
                  <a:moveTo>
                    <a:pt x="1096" y="1"/>
                  </a:moveTo>
                  <a:cubicBezTo>
                    <a:pt x="489" y="1"/>
                    <a:pt x="1" y="489"/>
                    <a:pt x="1" y="1108"/>
                  </a:cubicBezTo>
                  <a:cubicBezTo>
                    <a:pt x="1" y="1715"/>
                    <a:pt x="489" y="2203"/>
                    <a:pt x="1096" y="2203"/>
                  </a:cubicBezTo>
                  <a:cubicBezTo>
                    <a:pt x="1715" y="2191"/>
                    <a:pt x="2203" y="1703"/>
                    <a:pt x="2203" y="1108"/>
                  </a:cubicBezTo>
                  <a:cubicBezTo>
                    <a:pt x="2203" y="489"/>
                    <a:pt x="1715" y="1"/>
                    <a:pt x="109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476610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5DAD6F-99A7-E565-BBE9-95998F03E586}"/>
              </a:ext>
            </a:extLst>
          </p:cNvPr>
          <p:cNvSpPr txBox="1"/>
          <p:nvPr/>
        </p:nvSpPr>
        <p:spPr>
          <a:xfrm>
            <a:off x="1150816" y="514326"/>
            <a:ext cx="41089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Управление (клавиши)</a:t>
            </a:r>
            <a:endParaRPr lang="ru-RU" sz="2400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B983B05D-7441-6FCF-0C07-F60F1BE42D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7651901"/>
              </p:ext>
            </p:extLst>
          </p:nvPr>
        </p:nvGraphicFramePr>
        <p:xfrm>
          <a:off x="1542451" y="1031129"/>
          <a:ext cx="6059098" cy="3440260"/>
        </p:xfrm>
        <a:graphic>
          <a:graphicData uri="http://schemas.openxmlformats.org/drawingml/2006/table">
            <a:tbl>
              <a:tblPr/>
              <a:tblGrid>
                <a:gridCol w="3029549">
                  <a:extLst>
                    <a:ext uri="{9D8B030D-6E8A-4147-A177-3AD203B41FA5}">
                      <a16:colId xmlns:a16="http://schemas.microsoft.com/office/drawing/2014/main" val="2469977377"/>
                    </a:ext>
                  </a:extLst>
                </a:gridCol>
                <a:gridCol w="3029549">
                  <a:extLst>
                    <a:ext uri="{9D8B030D-6E8A-4147-A177-3AD203B41FA5}">
                      <a16:colId xmlns:a16="http://schemas.microsoft.com/office/drawing/2014/main" val="2483544611"/>
                    </a:ext>
                  </a:extLst>
                </a:gridCol>
              </a:tblGrid>
              <a:tr h="34163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"/>
                        </a:rPr>
                        <a:t>Клавиша</a:t>
                      </a:r>
                    </a:p>
                  </a:txBody>
                  <a:tcPr marL="77350" marR="128917" marT="80573" marB="80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  <a:latin typeface=""/>
                        </a:rPr>
                        <a:t>Действие</a:t>
                      </a:r>
                    </a:p>
                  </a:txBody>
                  <a:tcPr marL="128917" marR="128917" marT="80573" marB="80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499136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"/>
                        </a:rPr>
                        <a:t>↑ / ↓</a:t>
                      </a:r>
                    </a:p>
                  </a:txBody>
                  <a:tcPr marL="77350" marR="128917" marT="80573" marB="80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  <a:latin typeface=""/>
                        </a:rPr>
                        <a:t>Навигация по элементам</a:t>
                      </a:r>
                    </a:p>
                  </a:txBody>
                  <a:tcPr marL="128917" marR="77350" marT="80573" marB="80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5808053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"/>
                        </a:rPr>
                        <a:t>Enter</a:t>
                      </a:r>
                    </a:p>
                  </a:txBody>
                  <a:tcPr marL="77350" marR="128917" marT="80573" marB="80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  <a:latin typeface=""/>
                        </a:rPr>
                        <a:t>Войти в папку</a:t>
                      </a:r>
                    </a:p>
                  </a:txBody>
                  <a:tcPr marL="128917" marR="77350" marT="80573" marB="80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294533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  <a:latin typeface=""/>
                        </a:rPr>
                        <a:t>Backspace</a:t>
                      </a:r>
                    </a:p>
                  </a:txBody>
                  <a:tcPr marL="77350" marR="128917" marT="80573" marB="80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"/>
                        </a:rPr>
                        <a:t>На уровень вверх</a:t>
                      </a:r>
                    </a:p>
                  </a:txBody>
                  <a:tcPr marL="128917" marR="77350" marT="80573" marB="80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9501824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  <a:latin typeface=""/>
                        </a:rPr>
                        <a:t>D</a:t>
                      </a:r>
                    </a:p>
                  </a:txBody>
                  <a:tcPr marL="77350" marR="128917" marT="80573" marB="80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  <a:latin typeface=""/>
                        </a:rPr>
                        <a:t>Удалить</a:t>
                      </a:r>
                    </a:p>
                  </a:txBody>
                  <a:tcPr marL="128917" marR="77350" marT="80573" marB="80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373152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  <a:latin typeface=""/>
                        </a:rPr>
                        <a:t>M</a:t>
                      </a:r>
                    </a:p>
                  </a:txBody>
                  <a:tcPr marL="77350" marR="128917" marT="80573" marB="80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  <a:latin typeface=""/>
                        </a:rPr>
                        <a:t>Пометить</a:t>
                      </a:r>
                    </a:p>
                  </a:txBody>
                  <a:tcPr marL="128917" marR="77350" marT="80573" marB="80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4025707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  <a:latin typeface=""/>
                        </a:rPr>
                        <a:t>C</a:t>
                      </a:r>
                    </a:p>
                  </a:txBody>
                  <a:tcPr marL="77350" marR="128917" marT="80573" marB="80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  <a:latin typeface=""/>
                        </a:rPr>
                        <a:t>Копировать помеченное</a:t>
                      </a:r>
                    </a:p>
                  </a:txBody>
                  <a:tcPr marL="128917" marR="77350" marT="80573" marB="80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0820537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  <a:latin typeface=""/>
                        </a:rPr>
                        <a:t>X</a:t>
                      </a:r>
                    </a:p>
                  </a:txBody>
                  <a:tcPr marL="77350" marR="128917" marT="80573" marB="80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  <a:latin typeface=""/>
                        </a:rPr>
                        <a:t>Вырезать помеченное</a:t>
                      </a:r>
                    </a:p>
                  </a:txBody>
                  <a:tcPr marL="128917" marR="77350" marT="80573" marB="80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568669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  <a:latin typeface=""/>
                        </a:rPr>
                        <a:t>F</a:t>
                      </a:r>
                    </a:p>
                  </a:txBody>
                  <a:tcPr marL="77350" marR="128917" marT="80573" marB="80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"/>
                        </a:rPr>
                        <a:t>Просмотр текстового файла</a:t>
                      </a:r>
                    </a:p>
                  </a:txBody>
                  <a:tcPr marL="128917" marR="77350" marT="80573" marB="80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1393082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  <a:latin typeface=""/>
                        </a:rPr>
                        <a:t>Esc</a:t>
                      </a:r>
                    </a:p>
                  </a:txBody>
                  <a:tcPr marL="77350" marR="128917" marT="80573" marB="80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"/>
                        </a:rPr>
                        <a:t>Выход</a:t>
                      </a:r>
                    </a:p>
                  </a:txBody>
                  <a:tcPr marL="128917" marR="77350" marT="80573" marB="80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3712415"/>
                  </a:ext>
                </a:extLst>
              </a:tr>
            </a:tbl>
          </a:graphicData>
        </a:graphic>
      </p:graphicFrame>
      <p:grpSp>
        <p:nvGrpSpPr>
          <p:cNvPr id="5" name="Google Shape;12144;p65">
            <a:extLst>
              <a:ext uri="{FF2B5EF4-FFF2-40B4-BE49-F238E27FC236}">
                <a16:creationId xmlns:a16="http://schemas.microsoft.com/office/drawing/2014/main" id="{E03F7D8E-5A1B-9F99-42EB-BC7D2A46CDF1}"/>
              </a:ext>
            </a:extLst>
          </p:cNvPr>
          <p:cNvGrpSpPr/>
          <p:nvPr/>
        </p:nvGrpSpPr>
        <p:grpSpPr>
          <a:xfrm>
            <a:off x="651283" y="592590"/>
            <a:ext cx="499533" cy="305136"/>
            <a:chOff x="7009649" y="1541981"/>
            <a:chExt cx="524940" cy="320655"/>
          </a:xfrm>
        </p:grpSpPr>
        <p:sp>
          <p:nvSpPr>
            <p:cNvPr id="6" name="Google Shape;12145;p65">
              <a:extLst>
                <a:ext uri="{FF2B5EF4-FFF2-40B4-BE49-F238E27FC236}">
                  <a16:creationId xmlns:a16="http://schemas.microsoft.com/office/drawing/2014/main" id="{3DD0C5FF-9211-1A81-9320-DE1DF915EF5A}"/>
                </a:ext>
              </a:extLst>
            </p:cNvPr>
            <p:cNvSpPr/>
            <p:nvPr/>
          </p:nvSpPr>
          <p:spPr>
            <a:xfrm>
              <a:off x="7009649" y="1541981"/>
              <a:ext cx="524940" cy="320655"/>
            </a:xfrm>
            <a:custGeom>
              <a:avLst/>
              <a:gdLst/>
              <a:ahLst/>
              <a:cxnLst/>
              <a:rect l="l" t="t" r="r" b="b"/>
              <a:pathLst>
                <a:path w="16492" h="10074" extrusionOk="0">
                  <a:moveTo>
                    <a:pt x="13979" y="1227"/>
                  </a:moveTo>
                  <a:lnTo>
                    <a:pt x="13979" y="6764"/>
                  </a:lnTo>
                  <a:lnTo>
                    <a:pt x="11348" y="6764"/>
                  </a:lnTo>
                  <a:cubicBezTo>
                    <a:pt x="11205" y="6764"/>
                    <a:pt x="11109" y="6871"/>
                    <a:pt x="11109" y="7002"/>
                  </a:cubicBezTo>
                  <a:cubicBezTo>
                    <a:pt x="11109" y="7145"/>
                    <a:pt x="11205" y="7240"/>
                    <a:pt x="11348" y="7240"/>
                  </a:cubicBezTo>
                  <a:lnTo>
                    <a:pt x="13979" y="7240"/>
                  </a:lnTo>
                  <a:lnTo>
                    <a:pt x="13979" y="7514"/>
                  </a:lnTo>
                  <a:lnTo>
                    <a:pt x="2537" y="7514"/>
                  </a:lnTo>
                  <a:lnTo>
                    <a:pt x="2537" y="7240"/>
                  </a:lnTo>
                  <a:lnTo>
                    <a:pt x="10336" y="7240"/>
                  </a:lnTo>
                  <a:cubicBezTo>
                    <a:pt x="10466" y="7240"/>
                    <a:pt x="10574" y="7145"/>
                    <a:pt x="10574" y="7002"/>
                  </a:cubicBezTo>
                  <a:cubicBezTo>
                    <a:pt x="10574" y="6871"/>
                    <a:pt x="10466" y="6764"/>
                    <a:pt x="10336" y="6764"/>
                  </a:cubicBezTo>
                  <a:lnTo>
                    <a:pt x="7014" y="6764"/>
                  </a:lnTo>
                  <a:lnTo>
                    <a:pt x="7014" y="1227"/>
                  </a:lnTo>
                  <a:close/>
                  <a:moveTo>
                    <a:pt x="14169" y="7990"/>
                  </a:moveTo>
                  <a:lnTo>
                    <a:pt x="14943" y="8287"/>
                  </a:lnTo>
                  <a:lnTo>
                    <a:pt x="1537" y="8287"/>
                  </a:lnTo>
                  <a:lnTo>
                    <a:pt x="2323" y="7990"/>
                  </a:lnTo>
                  <a:close/>
                  <a:moveTo>
                    <a:pt x="10240" y="8776"/>
                  </a:moveTo>
                  <a:lnTo>
                    <a:pt x="10014" y="9002"/>
                  </a:lnTo>
                  <a:lnTo>
                    <a:pt x="6526" y="9002"/>
                  </a:lnTo>
                  <a:lnTo>
                    <a:pt x="6299" y="8776"/>
                  </a:lnTo>
                  <a:close/>
                  <a:moveTo>
                    <a:pt x="16003" y="8776"/>
                  </a:moveTo>
                  <a:lnTo>
                    <a:pt x="16003" y="8823"/>
                  </a:lnTo>
                  <a:lnTo>
                    <a:pt x="16015" y="8823"/>
                  </a:lnTo>
                  <a:cubicBezTo>
                    <a:pt x="16015" y="9252"/>
                    <a:pt x="15658" y="9609"/>
                    <a:pt x="15229" y="9609"/>
                  </a:cubicBezTo>
                  <a:lnTo>
                    <a:pt x="1287" y="9609"/>
                  </a:lnTo>
                  <a:cubicBezTo>
                    <a:pt x="846" y="9609"/>
                    <a:pt x="489" y="9252"/>
                    <a:pt x="489" y="8823"/>
                  </a:cubicBezTo>
                  <a:lnTo>
                    <a:pt x="489" y="8776"/>
                  </a:lnTo>
                  <a:lnTo>
                    <a:pt x="5633" y="8776"/>
                  </a:lnTo>
                  <a:lnTo>
                    <a:pt x="6252" y="9407"/>
                  </a:lnTo>
                  <a:cubicBezTo>
                    <a:pt x="6299" y="9454"/>
                    <a:pt x="6359" y="9478"/>
                    <a:pt x="6418" y="9478"/>
                  </a:cubicBezTo>
                  <a:lnTo>
                    <a:pt x="10121" y="9478"/>
                  </a:lnTo>
                  <a:cubicBezTo>
                    <a:pt x="10181" y="9478"/>
                    <a:pt x="10240" y="9454"/>
                    <a:pt x="10288" y="9407"/>
                  </a:cubicBezTo>
                  <a:lnTo>
                    <a:pt x="10907" y="8776"/>
                  </a:lnTo>
                  <a:close/>
                  <a:moveTo>
                    <a:pt x="2811" y="1"/>
                  </a:moveTo>
                  <a:cubicBezTo>
                    <a:pt x="2382" y="1"/>
                    <a:pt x="2037" y="346"/>
                    <a:pt x="2037" y="775"/>
                  </a:cubicBezTo>
                  <a:lnTo>
                    <a:pt x="2037" y="3799"/>
                  </a:lnTo>
                  <a:cubicBezTo>
                    <a:pt x="2037" y="3930"/>
                    <a:pt x="2144" y="4037"/>
                    <a:pt x="2275" y="4037"/>
                  </a:cubicBezTo>
                  <a:cubicBezTo>
                    <a:pt x="2418" y="4037"/>
                    <a:pt x="2513" y="3930"/>
                    <a:pt x="2513" y="3799"/>
                  </a:cubicBezTo>
                  <a:lnTo>
                    <a:pt x="2513" y="1215"/>
                  </a:lnTo>
                  <a:lnTo>
                    <a:pt x="6526" y="1215"/>
                  </a:lnTo>
                  <a:lnTo>
                    <a:pt x="6526" y="6752"/>
                  </a:lnTo>
                  <a:lnTo>
                    <a:pt x="2513" y="6752"/>
                  </a:lnTo>
                  <a:lnTo>
                    <a:pt x="2513" y="4763"/>
                  </a:lnTo>
                  <a:cubicBezTo>
                    <a:pt x="2513" y="4632"/>
                    <a:pt x="2418" y="4525"/>
                    <a:pt x="2275" y="4525"/>
                  </a:cubicBezTo>
                  <a:cubicBezTo>
                    <a:pt x="2144" y="4525"/>
                    <a:pt x="2037" y="4632"/>
                    <a:pt x="2037" y="4763"/>
                  </a:cubicBezTo>
                  <a:lnTo>
                    <a:pt x="2037" y="7573"/>
                  </a:lnTo>
                  <a:lnTo>
                    <a:pt x="156" y="8299"/>
                  </a:lnTo>
                  <a:cubicBezTo>
                    <a:pt x="60" y="8335"/>
                    <a:pt x="1" y="8430"/>
                    <a:pt x="1" y="8526"/>
                  </a:cubicBezTo>
                  <a:lnTo>
                    <a:pt x="1" y="8811"/>
                  </a:lnTo>
                  <a:cubicBezTo>
                    <a:pt x="1" y="9502"/>
                    <a:pt x="572" y="10073"/>
                    <a:pt x="1263" y="10073"/>
                  </a:cubicBezTo>
                  <a:lnTo>
                    <a:pt x="15217" y="10073"/>
                  </a:lnTo>
                  <a:cubicBezTo>
                    <a:pt x="15908" y="10073"/>
                    <a:pt x="16479" y="9502"/>
                    <a:pt x="16479" y="8811"/>
                  </a:cubicBezTo>
                  <a:lnTo>
                    <a:pt x="16479" y="8526"/>
                  </a:lnTo>
                  <a:cubicBezTo>
                    <a:pt x="16491" y="8430"/>
                    <a:pt x="16432" y="8347"/>
                    <a:pt x="16348" y="8323"/>
                  </a:cubicBezTo>
                  <a:lnTo>
                    <a:pt x="14467" y="7585"/>
                  </a:lnTo>
                  <a:lnTo>
                    <a:pt x="14467" y="775"/>
                  </a:lnTo>
                  <a:cubicBezTo>
                    <a:pt x="14467" y="346"/>
                    <a:pt x="14122" y="1"/>
                    <a:pt x="13693" y="1"/>
                  </a:cubicBezTo>
                  <a:lnTo>
                    <a:pt x="11550" y="1"/>
                  </a:lnTo>
                  <a:cubicBezTo>
                    <a:pt x="11419" y="1"/>
                    <a:pt x="11312" y="108"/>
                    <a:pt x="11312" y="239"/>
                  </a:cubicBezTo>
                  <a:cubicBezTo>
                    <a:pt x="11312" y="370"/>
                    <a:pt x="11419" y="477"/>
                    <a:pt x="11550" y="477"/>
                  </a:cubicBezTo>
                  <a:lnTo>
                    <a:pt x="13693" y="477"/>
                  </a:lnTo>
                  <a:cubicBezTo>
                    <a:pt x="13848" y="477"/>
                    <a:pt x="13967" y="596"/>
                    <a:pt x="13979" y="739"/>
                  </a:cubicBezTo>
                  <a:lnTo>
                    <a:pt x="2537" y="739"/>
                  </a:lnTo>
                  <a:cubicBezTo>
                    <a:pt x="2549" y="596"/>
                    <a:pt x="2668" y="477"/>
                    <a:pt x="2811" y="477"/>
                  </a:cubicBezTo>
                  <a:lnTo>
                    <a:pt x="10586" y="477"/>
                  </a:lnTo>
                  <a:cubicBezTo>
                    <a:pt x="10717" y="477"/>
                    <a:pt x="10824" y="370"/>
                    <a:pt x="10824" y="239"/>
                  </a:cubicBezTo>
                  <a:cubicBezTo>
                    <a:pt x="10824" y="108"/>
                    <a:pt x="10717" y="1"/>
                    <a:pt x="1058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2146;p65">
              <a:extLst>
                <a:ext uri="{FF2B5EF4-FFF2-40B4-BE49-F238E27FC236}">
                  <a16:creationId xmlns:a16="http://schemas.microsoft.com/office/drawing/2014/main" id="{EAA91054-C4EF-FEF0-AFB4-61B04D087E1D}"/>
                </a:ext>
              </a:extLst>
            </p:cNvPr>
            <p:cNvSpPr/>
            <p:nvPr/>
          </p:nvSpPr>
          <p:spPr>
            <a:xfrm>
              <a:off x="7110104" y="1604909"/>
              <a:ext cx="61782" cy="41697"/>
            </a:xfrm>
            <a:custGeom>
              <a:avLst/>
              <a:gdLst/>
              <a:ahLst/>
              <a:cxnLst/>
              <a:rect l="l" t="t" r="r" b="b"/>
              <a:pathLst>
                <a:path w="1941" h="1310" extrusionOk="0">
                  <a:moveTo>
                    <a:pt x="1441" y="488"/>
                  </a:moveTo>
                  <a:lnTo>
                    <a:pt x="1441" y="834"/>
                  </a:lnTo>
                  <a:lnTo>
                    <a:pt x="488" y="834"/>
                  </a:lnTo>
                  <a:lnTo>
                    <a:pt x="488" y="488"/>
                  </a:lnTo>
                  <a:close/>
                  <a:moveTo>
                    <a:pt x="238" y="0"/>
                  </a:moveTo>
                  <a:cubicBezTo>
                    <a:pt x="107" y="0"/>
                    <a:pt x="0" y="107"/>
                    <a:pt x="0" y="238"/>
                  </a:cubicBezTo>
                  <a:lnTo>
                    <a:pt x="0" y="1072"/>
                  </a:lnTo>
                  <a:cubicBezTo>
                    <a:pt x="0" y="1203"/>
                    <a:pt x="107" y="1310"/>
                    <a:pt x="238" y="1310"/>
                  </a:cubicBezTo>
                  <a:lnTo>
                    <a:pt x="1679" y="1310"/>
                  </a:lnTo>
                  <a:cubicBezTo>
                    <a:pt x="1822" y="1310"/>
                    <a:pt x="1917" y="1203"/>
                    <a:pt x="1917" y="1072"/>
                  </a:cubicBezTo>
                  <a:lnTo>
                    <a:pt x="1917" y="238"/>
                  </a:lnTo>
                  <a:cubicBezTo>
                    <a:pt x="1941" y="119"/>
                    <a:pt x="1822" y="0"/>
                    <a:pt x="167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2147;p65">
              <a:extLst>
                <a:ext uri="{FF2B5EF4-FFF2-40B4-BE49-F238E27FC236}">
                  <a16:creationId xmlns:a16="http://schemas.microsoft.com/office/drawing/2014/main" id="{2C708009-638D-693E-81F7-A4D976EFC6ED}"/>
                </a:ext>
              </a:extLst>
            </p:cNvPr>
            <p:cNvSpPr/>
            <p:nvPr/>
          </p:nvSpPr>
          <p:spPr>
            <a:xfrm>
              <a:off x="7110455" y="1655296"/>
              <a:ext cx="96700" cy="15183"/>
            </a:xfrm>
            <a:custGeom>
              <a:avLst/>
              <a:gdLst/>
              <a:ahLst/>
              <a:cxnLst/>
              <a:rect l="l" t="t" r="r" b="b"/>
              <a:pathLst>
                <a:path w="3038" h="477" extrusionOk="0">
                  <a:moveTo>
                    <a:pt x="239" y="1"/>
                  </a:moveTo>
                  <a:cubicBezTo>
                    <a:pt x="108" y="1"/>
                    <a:pt x="1" y="96"/>
                    <a:pt x="1" y="239"/>
                  </a:cubicBezTo>
                  <a:cubicBezTo>
                    <a:pt x="1" y="370"/>
                    <a:pt x="108" y="477"/>
                    <a:pt x="239" y="477"/>
                  </a:cubicBezTo>
                  <a:lnTo>
                    <a:pt x="2799" y="477"/>
                  </a:lnTo>
                  <a:cubicBezTo>
                    <a:pt x="2942" y="477"/>
                    <a:pt x="3037" y="370"/>
                    <a:pt x="3037" y="239"/>
                  </a:cubicBezTo>
                  <a:cubicBezTo>
                    <a:pt x="3037" y="96"/>
                    <a:pt x="2942" y="1"/>
                    <a:pt x="279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2148;p65">
              <a:extLst>
                <a:ext uri="{FF2B5EF4-FFF2-40B4-BE49-F238E27FC236}">
                  <a16:creationId xmlns:a16="http://schemas.microsoft.com/office/drawing/2014/main" id="{0E375B14-086B-C031-039A-ADFEC518BA62}"/>
                </a:ext>
              </a:extLst>
            </p:cNvPr>
            <p:cNvSpPr/>
            <p:nvPr/>
          </p:nvSpPr>
          <p:spPr>
            <a:xfrm>
              <a:off x="7146104" y="1676909"/>
              <a:ext cx="61050" cy="41729"/>
            </a:xfrm>
            <a:custGeom>
              <a:avLst/>
              <a:gdLst/>
              <a:ahLst/>
              <a:cxnLst/>
              <a:rect l="l" t="t" r="r" b="b"/>
              <a:pathLst>
                <a:path w="1918" h="1311" extrusionOk="0">
                  <a:moveTo>
                    <a:pt x="1441" y="489"/>
                  </a:moveTo>
                  <a:lnTo>
                    <a:pt x="1441" y="834"/>
                  </a:lnTo>
                  <a:lnTo>
                    <a:pt x="488" y="834"/>
                  </a:lnTo>
                  <a:lnTo>
                    <a:pt x="488" y="489"/>
                  </a:lnTo>
                  <a:close/>
                  <a:moveTo>
                    <a:pt x="238" y="0"/>
                  </a:moveTo>
                  <a:cubicBezTo>
                    <a:pt x="107" y="0"/>
                    <a:pt x="0" y="108"/>
                    <a:pt x="0" y="239"/>
                  </a:cubicBezTo>
                  <a:lnTo>
                    <a:pt x="0" y="1072"/>
                  </a:lnTo>
                  <a:cubicBezTo>
                    <a:pt x="0" y="1203"/>
                    <a:pt x="107" y="1310"/>
                    <a:pt x="238" y="1310"/>
                  </a:cubicBezTo>
                  <a:lnTo>
                    <a:pt x="1679" y="1310"/>
                  </a:lnTo>
                  <a:cubicBezTo>
                    <a:pt x="1822" y="1310"/>
                    <a:pt x="1917" y="1203"/>
                    <a:pt x="1917" y="1072"/>
                  </a:cubicBezTo>
                  <a:lnTo>
                    <a:pt x="1917" y="239"/>
                  </a:lnTo>
                  <a:cubicBezTo>
                    <a:pt x="1917" y="108"/>
                    <a:pt x="1822" y="0"/>
                    <a:pt x="167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2149;p65">
              <a:extLst>
                <a:ext uri="{FF2B5EF4-FFF2-40B4-BE49-F238E27FC236}">
                  <a16:creationId xmlns:a16="http://schemas.microsoft.com/office/drawing/2014/main" id="{7E1410B4-C54E-B20C-ACB3-F83CECB40571}"/>
                </a:ext>
              </a:extLst>
            </p:cNvPr>
            <p:cNvSpPr/>
            <p:nvPr/>
          </p:nvSpPr>
          <p:spPr>
            <a:xfrm>
              <a:off x="7110455" y="1726563"/>
              <a:ext cx="96700" cy="15183"/>
            </a:xfrm>
            <a:custGeom>
              <a:avLst/>
              <a:gdLst/>
              <a:ahLst/>
              <a:cxnLst/>
              <a:rect l="l" t="t" r="r" b="b"/>
              <a:pathLst>
                <a:path w="3038" h="477" extrusionOk="0">
                  <a:moveTo>
                    <a:pt x="239" y="0"/>
                  </a:moveTo>
                  <a:cubicBezTo>
                    <a:pt x="108" y="0"/>
                    <a:pt x="1" y="107"/>
                    <a:pt x="1" y="238"/>
                  </a:cubicBezTo>
                  <a:cubicBezTo>
                    <a:pt x="1" y="381"/>
                    <a:pt x="108" y="476"/>
                    <a:pt x="239" y="476"/>
                  </a:cubicBezTo>
                  <a:lnTo>
                    <a:pt x="2799" y="476"/>
                  </a:lnTo>
                  <a:cubicBezTo>
                    <a:pt x="2942" y="476"/>
                    <a:pt x="3037" y="381"/>
                    <a:pt x="3037" y="238"/>
                  </a:cubicBezTo>
                  <a:cubicBezTo>
                    <a:pt x="3037" y="107"/>
                    <a:pt x="2942" y="0"/>
                    <a:pt x="279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2150;p65">
              <a:extLst>
                <a:ext uri="{FF2B5EF4-FFF2-40B4-BE49-F238E27FC236}">
                  <a16:creationId xmlns:a16="http://schemas.microsoft.com/office/drawing/2014/main" id="{834DD019-820E-B793-7320-B8E208F50479}"/>
                </a:ext>
              </a:extLst>
            </p:cNvPr>
            <p:cNvSpPr/>
            <p:nvPr/>
          </p:nvSpPr>
          <p:spPr>
            <a:xfrm>
              <a:off x="7262825" y="1636739"/>
              <a:ext cx="48541" cy="80371"/>
            </a:xfrm>
            <a:custGeom>
              <a:avLst/>
              <a:gdLst/>
              <a:ahLst/>
              <a:cxnLst/>
              <a:rect l="l" t="t" r="r" b="b"/>
              <a:pathLst>
                <a:path w="1525" h="2525" extrusionOk="0">
                  <a:moveTo>
                    <a:pt x="1268" y="0"/>
                  </a:moveTo>
                  <a:cubicBezTo>
                    <a:pt x="1206" y="0"/>
                    <a:pt x="1143" y="24"/>
                    <a:pt x="1096" y="72"/>
                  </a:cubicBezTo>
                  <a:lnTo>
                    <a:pt x="72" y="1096"/>
                  </a:lnTo>
                  <a:cubicBezTo>
                    <a:pt x="24" y="1143"/>
                    <a:pt x="0" y="1203"/>
                    <a:pt x="0" y="1262"/>
                  </a:cubicBezTo>
                  <a:cubicBezTo>
                    <a:pt x="0" y="1322"/>
                    <a:pt x="24" y="1381"/>
                    <a:pt x="72" y="1429"/>
                  </a:cubicBezTo>
                  <a:lnTo>
                    <a:pt x="1096" y="2453"/>
                  </a:lnTo>
                  <a:cubicBezTo>
                    <a:pt x="1143" y="2501"/>
                    <a:pt x="1203" y="2524"/>
                    <a:pt x="1262" y="2524"/>
                  </a:cubicBezTo>
                  <a:cubicBezTo>
                    <a:pt x="1322" y="2524"/>
                    <a:pt x="1381" y="2501"/>
                    <a:pt x="1429" y="2453"/>
                  </a:cubicBezTo>
                  <a:cubicBezTo>
                    <a:pt x="1524" y="2370"/>
                    <a:pt x="1524" y="2215"/>
                    <a:pt x="1441" y="2108"/>
                  </a:cubicBezTo>
                  <a:lnTo>
                    <a:pt x="596" y="1262"/>
                  </a:lnTo>
                  <a:lnTo>
                    <a:pt x="1441" y="417"/>
                  </a:lnTo>
                  <a:cubicBezTo>
                    <a:pt x="1524" y="322"/>
                    <a:pt x="1524" y="167"/>
                    <a:pt x="1441" y="72"/>
                  </a:cubicBezTo>
                  <a:cubicBezTo>
                    <a:pt x="1393" y="24"/>
                    <a:pt x="1331" y="0"/>
                    <a:pt x="126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151;p65">
              <a:extLst>
                <a:ext uri="{FF2B5EF4-FFF2-40B4-BE49-F238E27FC236}">
                  <a16:creationId xmlns:a16="http://schemas.microsoft.com/office/drawing/2014/main" id="{5F5D74D0-DDA2-92CF-2191-E4220E633883}"/>
                </a:ext>
              </a:extLst>
            </p:cNvPr>
            <p:cNvSpPr/>
            <p:nvPr/>
          </p:nvSpPr>
          <p:spPr>
            <a:xfrm>
              <a:off x="7380691" y="1636357"/>
              <a:ext cx="48891" cy="80371"/>
            </a:xfrm>
            <a:custGeom>
              <a:avLst/>
              <a:gdLst/>
              <a:ahLst/>
              <a:cxnLst/>
              <a:rect l="l" t="t" r="r" b="b"/>
              <a:pathLst>
                <a:path w="1536" h="2525" extrusionOk="0">
                  <a:moveTo>
                    <a:pt x="261" y="0"/>
                  </a:moveTo>
                  <a:cubicBezTo>
                    <a:pt x="197" y="0"/>
                    <a:pt x="131" y="24"/>
                    <a:pt x="83" y="72"/>
                  </a:cubicBezTo>
                  <a:cubicBezTo>
                    <a:pt x="0" y="155"/>
                    <a:pt x="0" y="322"/>
                    <a:pt x="83" y="417"/>
                  </a:cubicBezTo>
                  <a:lnTo>
                    <a:pt x="941" y="1262"/>
                  </a:lnTo>
                  <a:lnTo>
                    <a:pt x="83" y="2108"/>
                  </a:lnTo>
                  <a:cubicBezTo>
                    <a:pt x="0" y="2203"/>
                    <a:pt x="0" y="2358"/>
                    <a:pt x="83" y="2453"/>
                  </a:cubicBezTo>
                  <a:cubicBezTo>
                    <a:pt x="131" y="2501"/>
                    <a:pt x="191" y="2525"/>
                    <a:pt x="250" y="2525"/>
                  </a:cubicBezTo>
                  <a:cubicBezTo>
                    <a:pt x="310" y="2525"/>
                    <a:pt x="369" y="2501"/>
                    <a:pt x="417" y="2453"/>
                  </a:cubicBezTo>
                  <a:lnTo>
                    <a:pt x="1441" y="1429"/>
                  </a:lnTo>
                  <a:cubicBezTo>
                    <a:pt x="1488" y="1382"/>
                    <a:pt x="1512" y="1322"/>
                    <a:pt x="1512" y="1262"/>
                  </a:cubicBezTo>
                  <a:cubicBezTo>
                    <a:pt x="1536" y="1203"/>
                    <a:pt x="1500" y="1143"/>
                    <a:pt x="1453" y="1096"/>
                  </a:cubicBezTo>
                  <a:lnTo>
                    <a:pt x="429" y="72"/>
                  </a:lnTo>
                  <a:cubicBezTo>
                    <a:pt x="387" y="24"/>
                    <a:pt x="325" y="0"/>
                    <a:pt x="26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2152;p65">
              <a:extLst>
                <a:ext uri="{FF2B5EF4-FFF2-40B4-BE49-F238E27FC236}">
                  <a16:creationId xmlns:a16="http://schemas.microsoft.com/office/drawing/2014/main" id="{68E921AF-1658-3966-F4ED-D04AA19D9FF2}"/>
                </a:ext>
              </a:extLst>
            </p:cNvPr>
            <p:cNvSpPr/>
            <p:nvPr/>
          </p:nvSpPr>
          <p:spPr>
            <a:xfrm>
              <a:off x="7321933" y="1626744"/>
              <a:ext cx="48923" cy="99851"/>
            </a:xfrm>
            <a:custGeom>
              <a:avLst/>
              <a:gdLst/>
              <a:ahLst/>
              <a:cxnLst/>
              <a:rect l="l" t="t" r="r" b="b"/>
              <a:pathLst>
                <a:path w="1537" h="3137" extrusionOk="0">
                  <a:moveTo>
                    <a:pt x="1249" y="0"/>
                  </a:moveTo>
                  <a:cubicBezTo>
                    <a:pt x="1154" y="0"/>
                    <a:pt x="1061" y="59"/>
                    <a:pt x="1025" y="160"/>
                  </a:cubicBezTo>
                  <a:lnTo>
                    <a:pt x="48" y="2815"/>
                  </a:lnTo>
                  <a:cubicBezTo>
                    <a:pt x="1" y="2934"/>
                    <a:pt x="60" y="3077"/>
                    <a:pt x="191" y="3124"/>
                  </a:cubicBezTo>
                  <a:cubicBezTo>
                    <a:pt x="227" y="3136"/>
                    <a:pt x="251" y="3136"/>
                    <a:pt x="286" y="3136"/>
                  </a:cubicBezTo>
                  <a:cubicBezTo>
                    <a:pt x="382" y="3136"/>
                    <a:pt x="477" y="3077"/>
                    <a:pt x="501" y="2981"/>
                  </a:cubicBezTo>
                  <a:lnTo>
                    <a:pt x="1489" y="326"/>
                  </a:lnTo>
                  <a:cubicBezTo>
                    <a:pt x="1537" y="207"/>
                    <a:pt x="1477" y="64"/>
                    <a:pt x="1334" y="17"/>
                  </a:cubicBezTo>
                  <a:cubicBezTo>
                    <a:pt x="1307" y="6"/>
                    <a:pt x="1278" y="0"/>
                    <a:pt x="124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296441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8B9636-BB84-391D-A166-B48BD553BCEA}"/>
              </a:ext>
            </a:extLst>
          </p:cNvPr>
          <p:cNvSpPr txBox="1"/>
          <p:nvPr/>
        </p:nvSpPr>
        <p:spPr>
          <a:xfrm>
            <a:off x="1158631" y="514326"/>
            <a:ext cx="41089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Результаты и выводы</a:t>
            </a:r>
            <a:endParaRPr lang="ru-RU" sz="2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0668FF6-2D16-AB08-7FAB-F224C5B49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8713" y="982617"/>
            <a:ext cx="5498300" cy="3650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85698" rIns="0" bIns="8569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"/>
                <a:ea typeface="quote-cjk-patch"/>
              </a:rPr>
              <a:t>Реализовано: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v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"/>
                <a:ea typeface="quote-cjk-patch"/>
              </a:rPr>
              <a:t>Полноценная навигация и управление файлами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v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"/>
                <a:ea typeface="quote-cjk-patch"/>
              </a:rPr>
              <a:t>Курсорный интерфейс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itchFamily="2" charset="2"/>
              <a:buChar char="v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"/>
                <a:ea typeface="quote-cjk-patch"/>
              </a:rPr>
              <a:t>Высокая скорость работы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"/>
                <a:ea typeface="quote-cjk-patch"/>
              </a:rPr>
              <a:t>Недостатки: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v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"/>
                <a:ea typeface="quote-cjk-patch"/>
              </a:rPr>
              <a:t>Нет подтверждения удаления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v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"/>
                <a:ea typeface="quote-cjk-patch"/>
              </a:rPr>
              <a:t>Только один помеченный элемент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itchFamily="2" charset="2"/>
              <a:buChar char="v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"/>
                <a:ea typeface="quote-cjk-patch"/>
              </a:rPr>
              <a:t>Привязка к Windows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"/>
                <a:ea typeface="quote-cjk-patch"/>
              </a:rPr>
              <a:t>Возможные улучшения: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v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"/>
                <a:ea typeface="quote-cjk-patch"/>
              </a:rPr>
              <a:t>Подтверждение действий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v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"/>
                <a:ea typeface="quote-cjk-patch"/>
              </a:rPr>
              <a:t>Поиск и фильтрация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v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"/>
                <a:ea typeface="quote-cjk-patch"/>
              </a:rPr>
              <a:t>Кроссплатформенность</a:t>
            </a:r>
          </a:p>
        </p:txBody>
      </p:sp>
      <p:grpSp>
        <p:nvGrpSpPr>
          <p:cNvPr id="5" name="Google Shape;8703;p60">
            <a:extLst>
              <a:ext uri="{FF2B5EF4-FFF2-40B4-BE49-F238E27FC236}">
                <a16:creationId xmlns:a16="http://schemas.microsoft.com/office/drawing/2014/main" id="{C520007A-432A-4F27-CAFE-1B1E446223C2}"/>
              </a:ext>
            </a:extLst>
          </p:cNvPr>
          <p:cNvGrpSpPr/>
          <p:nvPr/>
        </p:nvGrpSpPr>
        <p:grpSpPr>
          <a:xfrm>
            <a:off x="827500" y="553614"/>
            <a:ext cx="271213" cy="383088"/>
            <a:chOff x="1333682" y="3344330"/>
            <a:chExt cx="271213" cy="383088"/>
          </a:xfrm>
        </p:grpSpPr>
        <p:sp>
          <p:nvSpPr>
            <p:cNvPr id="6" name="Google Shape;8704;p60">
              <a:extLst>
                <a:ext uri="{FF2B5EF4-FFF2-40B4-BE49-F238E27FC236}">
                  <a16:creationId xmlns:a16="http://schemas.microsoft.com/office/drawing/2014/main" id="{98431922-6B51-72A5-F1C6-6FCAC7CD3FC2}"/>
                </a:ext>
              </a:extLst>
            </p:cNvPr>
            <p:cNvSpPr/>
            <p:nvPr/>
          </p:nvSpPr>
          <p:spPr>
            <a:xfrm>
              <a:off x="1334065" y="3377332"/>
              <a:ext cx="270831" cy="350086"/>
            </a:xfrm>
            <a:custGeom>
              <a:avLst/>
              <a:gdLst/>
              <a:ahLst/>
              <a:cxnLst/>
              <a:rect l="l" t="t" r="r" b="b"/>
              <a:pathLst>
                <a:path w="8502" h="10990" extrusionOk="0">
                  <a:moveTo>
                    <a:pt x="6502" y="0"/>
                  </a:moveTo>
                  <a:cubicBezTo>
                    <a:pt x="6406" y="0"/>
                    <a:pt x="6323" y="84"/>
                    <a:pt x="6323" y="191"/>
                  </a:cubicBezTo>
                  <a:cubicBezTo>
                    <a:pt x="6323" y="286"/>
                    <a:pt x="6406" y="369"/>
                    <a:pt x="6502" y="369"/>
                  </a:cubicBezTo>
                  <a:lnTo>
                    <a:pt x="7276" y="369"/>
                  </a:lnTo>
                  <a:cubicBezTo>
                    <a:pt x="7383" y="369"/>
                    <a:pt x="7454" y="441"/>
                    <a:pt x="7454" y="548"/>
                  </a:cubicBezTo>
                  <a:lnTo>
                    <a:pt x="7454" y="9490"/>
                  </a:lnTo>
                  <a:cubicBezTo>
                    <a:pt x="7454" y="9597"/>
                    <a:pt x="7383" y="9668"/>
                    <a:pt x="7276" y="9668"/>
                  </a:cubicBezTo>
                  <a:lnTo>
                    <a:pt x="537" y="9668"/>
                  </a:lnTo>
                  <a:cubicBezTo>
                    <a:pt x="429" y="9668"/>
                    <a:pt x="358" y="9597"/>
                    <a:pt x="358" y="9490"/>
                  </a:cubicBezTo>
                  <a:lnTo>
                    <a:pt x="358" y="8775"/>
                  </a:lnTo>
                  <a:cubicBezTo>
                    <a:pt x="358" y="8668"/>
                    <a:pt x="287" y="8597"/>
                    <a:pt x="179" y="8597"/>
                  </a:cubicBezTo>
                  <a:cubicBezTo>
                    <a:pt x="72" y="8597"/>
                    <a:pt x="1" y="8668"/>
                    <a:pt x="1" y="8775"/>
                  </a:cubicBezTo>
                  <a:lnTo>
                    <a:pt x="1" y="9490"/>
                  </a:lnTo>
                  <a:cubicBezTo>
                    <a:pt x="1" y="9787"/>
                    <a:pt x="239" y="10013"/>
                    <a:pt x="525" y="10013"/>
                  </a:cubicBezTo>
                  <a:lnTo>
                    <a:pt x="703" y="10013"/>
                  </a:lnTo>
                  <a:lnTo>
                    <a:pt x="703" y="10466"/>
                  </a:lnTo>
                  <a:cubicBezTo>
                    <a:pt x="703" y="10763"/>
                    <a:pt x="941" y="10990"/>
                    <a:pt x="1227" y="10990"/>
                  </a:cubicBezTo>
                  <a:lnTo>
                    <a:pt x="7966" y="10990"/>
                  </a:lnTo>
                  <a:cubicBezTo>
                    <a:pt x="8264" y="10990"/>
                    <a:pt x="8490" y="10752"/>
                    <a:pt x="8490" y="10466"/>
                  </a:cubicBezTo>
                  <a:lnTo>
                    <a:pt x="8490" y="10252"/>
                  </a:lnTo>
                  <a:cubicBezTo>
                    <a:pt x="8490" y="10144"/>
                    <a:pt x="8407" y="10073"/>
                    <a:pt x="8311" y="10073"/>
                  </a:cubicBezTo>
                  <a:cubicBezTo>
                    <a:pt x="8204" y="10073"/>
                    <a:pt x="8133" y="10144"/>
                    <a:pt x="8133" y="10252"/>
                  </a:cubicBezTo>
                  <a:lnTo>
                    <a:pt x="8133" y="10466"/>
                  </a:lnTo>
                  <a:cubicBezTo>
                    <a:pt x="8133" y="10573"/>
                    <a:pt x="8049" y="10644"/>
                    <a:pt x="7954" y="10644"/>
                  </a:cubicBezTo>
                  <a:lnTo>
                    <a:pt x="1203" y="10644"/>
                  </a:lnTo>
                  <a:cubicBezTo>
                    <a:pt x="1108" y="10644"/>
                    <a:pt x="1025" y="10573"/>
                    <a:pt x="1025" y="10466"/>
                  </a:cubicBezTo>
                  <a:lnTo>
                    <a:pt x="1025" y="10013"/>
                  </a:lnTo>
                  <a:lnTo>
                    <a:pt x="7264" y="10013"/>
                  </a:lnTo>
                  <a:cubicBezTo>
                    <a:pt x="7561" y="10013"/>
                    <a:pt x="7788" y="9775"/>
                    <a:pt x="7788" y="9490"/>
                  </a:cubicBezTo>
                  <a:lnTo>
                    <a:pt x="7788" y="1358"/>
                  </a:lnTo>
                  <a:lnTo>
                    <a:pt x="7966" y="1358"/>
                  </a:lnTo>
                  <a:cubicBezTo>
                    <a:pt x="8061" y="1358"/>
                    <a:pt x="8145" y="1441"/>
                    <a:pt x="8145" y="1536"/>
                  </a:cubicBezTo>
                  <a:lnTo>
                    <a:pt x="8145" y="9501"/>
                  </a:lnTo>
                  <a:cubicBezTo>
                    <a:pt x="8145" y="9573"/>
                    <a:pt x="8228" y="9656"/>
                    <a:pt x="8323" y="9656"/>
                  </a:cubicBezTo>
                  <a:cubicBezTo>
                    <a:pt x="8430" y="9656"/>
                    <a:pt x="8502" y="9573"/>
                    <a:pt x="8502" y="9478"/>
                  </a:cubicBezTo>
                  <a:lnTo>
                    <a:pt x="8502" y="1512"/>
                  </a:lnTo>
                  <a:cubicBezTo>
                    <a:pt x="8502" y="1215"/>
                    <a:pt x="8264" y="988"/>
                    <a:pt x="7978" y="988"/>
                  </a:cubicBezTo>
                  <a:lnTo>
                    <a:pt x="7799" y="988"/>
                  </a:lnTo>
                  <a:lnTo>
                    <a:pt x="7799" y="524"/>
                  </a:lnTo>
                  <a:cubicBezTo>
                    <a:pt x="7799" y="226"/>
                    <a:pt x="7561" y="0"/>
                    <a:pt x="727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8705;p60">
              <a:extLst>
                <a:ext uri="{FF2B5EF4-FFF2-40B4-BE49-F238E27FC236}">
                  <a16:creationId xmlns:a16="http://schemas.microsoft.com/office/drawing/2014/main" id="{E5D86D74-6A30-98D5-2F9A-67A8DE0334ED}"/>
                </a:ext>
              </a:extLst>
            </p:cNvPr>
            <p:cNvSpPr/>
            <p:nvPr/>
          </p:nvSpPr>
          <p:spPr>
            <a:xfrm>
              <a:off x="1333682" y="3344330"/>
              <a:ext cx="189697" cy="292461"/>
            </a:xfrm>
            <a:custGeom>
              <a:avLst/>
              <a:gdLst/>
              <a:ahLst/>
              <a:cxnLst/>
              <a:rect l="l" t="t" r="r" b="b"/>
              <a:pathLst>
                <a:path w="5955" h="9181" extrusionOk="0">
                  <a:moveTo>
                    <a:pt x="2430" y="370"/>
                  </a:moveTo>
                  <a:cubicBezTo>
                    <a:pt x="2489" y="370"/>
                    <a:pt x="2549" y="429"/>
                    <a:pt x="2549" y="489"/>
                  </a:cubicBezTo>
                  <a:lnTo>
                    <a:pt x="2549" y="727"/>
                  </a:lnTo>
                  <a:lnTo>
                    <a:pt x="1858" y="727"/>
                  </a:lnTo>
                  <a:lnTo>
                    <a:pt x="1858" y="489"/>
                  </a:lnTo>
                  <a:cubicBezTo>
                    <a:pt x="1858" y="429"/>
                    <a:pt x="1918" y="370"/>
                    <a:pt x="1977" y="370"/>
                  </a:cubicBezTo>
                  <a:close/>
                  <a:moveTo>
                    <a:pt x="3037" y="1072"/>
                  </a:moveTo>
                  <a:cubicBezTo>
                    <a:pt x="3120" y="1072"/>
                    <a:pt x="3216" y="1143"/>
                    <a:pt x="3216" y="1251"/>
                  </a:cubicBezTo>
                  <a:lnTo>
                    <a:pt x="3216" y="1953"/>
                  </a:lnTo>
                  <a:lnTo>
                    <a:pt x="1215" y="1953"/>
                  </a:lnTo>
                  <a:lnTo>
                    <a:pt x="1215" y="1251"/>
                  </a:lnTo>
                  <a:cubicBezTo>
                    <a:pt x="1203" y="1167"/>
                    <a:pt x="1299" y="1072"/>
                    <a:pt x="1382" y="1072"/>
                  </a:cubicBezTo>
                  <a:close/>
                  <a:moveTo>
                    <a:pt x="1977" y="0"/>
                  </a:moveTo>
                  <a:cubicBezTo>
                    <a:pt x="1727" y="0"/>
                    <a:pt x="1501" y="203"/>
                    <a:pt x="1501" y="477"/>
                  </a:cubicBezTo>
                  <a:lnTo>
                    <a:pt x="1501" y="715"/>
                  </a:lnTo>
                  <a:lnTo>
                    <a:pt x="1370" y="715"/>
                  </a:lnTo>
                  <a:cubicBezTo>
                    <a:pt x="1156" y="715"/>
                    <a:pt x="977" y="834"/>
                    <a:pt x="894" y="1012"/>
                  </a:cubicBezTo>
                  <a:lnTo>
                    <a:pt x="525" y="1012"/>
                  </a:lnTo>
                  <a:cubicBezTo>
                    <a:pt x="227" y="1012"/>
                    <a:pt x="1" y="1251"/>
                    <a:pt x="1" y="1536"/>
                  </a:cubicBezTo>
                  <a:lnTo>
                    <a:pt x="1" y="8990"/>
                  </a:lnTo>
                  <a:cubicBezTo>
                    <a:pt x="13" y="9109"/>
                    <a:pt x="84" y="9180"/>
                    <a:pt x="191" y="9180"/>
                  </a:cubicBezTo>
                  <a:cubicBezTo>
                    <a:pt x="299" y="9180"/>
                    <a:pt x="370" y="9109"/>
                    <a:pt x="370" y="9002"/>
                  </a:cubicBezTo>
                  <a:lnTo>
                    <a:pt x="370" y="1548"/>
                  </a:lnTo>
                  <a:cubicBezTo>
                    <a:pt x="370" y="1441"/>
                    <a:pt x="441" y="1370"/>
                    <a:pt x="549" y="1370"/>
                  </a:cubicBezTo>
                  <a:lnTo>
                    <a:pt x="858" y="1370"/>
                  </a:lnTo>
                  <a:lnTo>
                    <a:pt x="858" y="1965"/>
                  </a:lnTo>
                  <a:cubicBezTo>
                    <a:pt x="858" y="2144"/>
                    <a:pt x="1013" y="2310"/>
                    <a:pt x="1203" y="2310"/>
                  </a:cubicBezTo>
                  <a:lnTo>
                    <a:pt x="3228" y="2310"/>
                  </a:lnTo>
                  <a:cubicBezTo>
                    <a:pt x="3406" y="2310"/>
                    <a:pt x="3573" y="2155"/>
                    <a:pt x="3573" y="1965"/>
                  </a:cubicBezTo>
                  <a:lnTo>
                    <a:pt x="3573" y="1370"/>
                  </a:lnTo>
                  <a:lnTo>
                    <a:pt x="5775" y="1370"/>
                  </a:lnTo>
                  <a:cubicBezTo>
                    <a:pt x="5883" y="1370"/>
                    <a:pt x="5954" y="1298"/>
                    <a:pt x="5954" y="1191"/>
                  </a:cubicBezTo>
                  <a:cubicBezTo>
                    <a:pt x="5954" y="1084"/>
                    <a:pt x="5883" y="1012"/>
                    <a:pt x="5775" y="1012"/>
                  </a:cubicBezTo>
                  <a:lnTo>
                    <a:pt x="3513" y="1012"/>
                  </a:lnTo>
                  <a:cubicBezTo>
                    <a:pt x="3418" y="834"/>
                    <a:pt x="3239" y="715"/>
                    <a:pt x="3037" y="715"/>
                  </a:cubicBezTo>
                  <a:lnTo>
                    <a:pt x="2906" y="715"/>
                  </a:lnTo>
                  <a:lnTo>
                    <a:pt x="2906" y="477"/>
                  </a:lnTo>
                  <a:cubicBezTo>
                    <a:pt x="2906" y="227"/>
                    <a:pt x="2692" y="0"/>
                    <a:pt x="243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8706;p60">
              <a:extLst>
                <a:ext uri="{FF2B5EF4-FFF2-40B4-BE49-F238E27FC236}">
                  <a16:creationId xmlns:a16="http://schemas.microsoft.com/office/drawing/2014/main" id="{00A0526D-85B7-5C57-3A86-7699B29C1B7D}"/>
                </a:ext>
              </a:extLst>
            </p:cNvPr>
            <p:cNvSpPr/>
            <p:nvPr/>
          </p:nvSpPr>
          <p:spPr>
            <a:xfrm>
              <a:off x="1444060" y="3469488"/>
              <a:ext cx="100917" cy="11404"/>
            </a:xfrm>
            <a:custGeom>
              <a:avLst/>
              <a:gdLst/>
              <a:ahLst/>
              <a:cxnLst/>
              <a:rect l="l" t="t" r="r" b="b"/>
              <a:pathLst>
                <a:path w="3168" h="358" extrusionOk="0">
                  <a:moveTo>
                    <a:pt x="179" y="0"/>
                  </a:moveTo>
                  <a:cubicBezTo>
                    <a:pt x="72" y="0"/>
                    <a:pt x="1" y="72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2989" y="358"/>
                  </a:lnTo>
                  <a:cubicBezTo>
                    <a:pt x="3096" y="358"/>
                    <a:pt x="3168" y="286"/>
                    <a:pt x="3168" y="179"/>
                  </a:cubicBezTo>
                  <a:cubicBezTo>
                    <a:pt x="3168" y="72"/>
                    <a:pt x="3084" y="0"/>
                    <a:pt x="298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8707;p60">
              <a:extLst>
                <a:ext uri="{FF2B5EF4-FFF2-40B4-BE49-F238E27FC236}">
                  <a16:creationId xmlns:a16="http://schemas.microsoft.com/office/drawing/2014/main" id="{2854D4FC-E333-0976-5F22-339F51249A43}"/>
                </a:ext>
              </a:extLst>
            </p:cNvPr>
            <p:cNvSpPr/>
            <p:nvPr/>
          </p:nvSpPr>
          <p:spPr>
            <a:xfrm>
              <a:off x="1444060" y="3493762"/>
              <a:ext cx="100917" cy="11404"/>
            </a:xfrm>
            <a:custGeom>
              <a:avLst/>
              <a:gdLst/>
              <a:ahLst/>
              <a:cxnLst/>
              <a:rect l="l" t="t" r="r" b="b"/>
              <a:pathLst>
                <a:path w="3168" h="358" extrusionOk="0">
                  <a:moveTo>
                    <a:pt x="179" y="0"/>
                  </a:moveTo>
                  <a:cubicBezTo>
                    <a:pt x="72" y="0"/>
                    <a:pt x="1" y="72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2989" y="358"/>
                  </a:lnTo>
                  <a:cubicBezTo>
                    <a:pt x="3096" y="358"/>
                    <a:pt x="3168" y="286"/>
                    <a:pt x="3168" y="179"/>
                  </a:cubicBezTo>
                  <a:cubicBezTo>
                    <a:pt x="3168" y="72"/>
                    <a:pt x="3084" y="0"/>
                    <a:pt x="298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8708;p60">
              <a:extLst>
                <a:ext uri="{FF2B5EF4-FFF2-40B4-BE49-F238E27FC236}">
                  <a16:creationId xmlns:a16="http://schemas.microsoft.com/office/drawing/2014/main" id="{A677A7CB-26ED-B2A9-F968-018C2F099D13}"/>
                </a:ext>
              </a:extLst>
            </p:cNvPr>
            <p:cNvSpPr/>
            <p:nvPr/>
          </p:nvSpPr>
          <p:spPr>
            <a:xfrm>
              <a:off x="1444060" y="3541927"/>
              <a:ext cx="100917" cy="11404"/>
            </a:xfrm>
            <a:custGeom>
              <a:avLst/>
              <a:gdLst/>
              <a:ahLst/>
              <a:cxnLst/>
              <a:rect l="l" t="t" r="r" b="b"/>
              <a:pathLst>
                <a:path w="3168" h="358" extrusionOk="0">
                  <a:moveTo>
                    <a:pt x="179" y="1"/>
                  </a:moveTo>
                  <a:cubicBezTo>
                    <a:pt x="72" y="1"/>
                    <a:pt x="1" y="84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2989" y="358"/>
                  </a:lnTo>
                  <a:cubicBezTo>
                    <a:pt x="3096" y="358"/>
                    <a:pt x="3168" y="286"/>
                    <a:pt x="3168" y="179"/>
                  </a:cubicBezTo>
                  <a:cubicBezTo>
                    <a:pt x="3168" y="84"/>
                    <a:pt x="3084" y="1"/>
                    <a:pt x="298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8709;p60">
              <a:extLst>
                <a:ext uri="{FF2B5EF4-FFF2-40B4-BE49-F238E27FC236}">
                  <a16:creationId xmlns:a16="http://schemas.microsoft.com/office/drawing/2014/main" id="{9B7B9E35-D210-165B-2BAC-010A5EB7CB71}"/>
                </a:ext>
              </a:extLst>
            </p:cNvPr>
            <p:cNvSpPr/>
            <p:nvPr/>
          </p:nvSpPr>
          <p:spPr>
            <a:xfrm>
              <a:off x="1444060" y="3565818"/>
              <a:ext cx="100917" cy="11404"/>
            </a:xfrm>
            <a:custGeom>
              <a:avLst/>
              <a:gdLst/>
              <a:ahLst/>
              <a:cxnLst/>
              <a:rect l="l" t="t" r="r" b="b"/>
              <a:pathLst>
                <a:path w="3168" h="358" extrusionOk="0">
                  <a:moveTo>
                    <a:pt x="179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2989" y="358"/>
                  </a:lnTo>
                  <a:cubicBezTo>
                    <a:pt x="3096" y="358"/>
                    <a:pt x="3168" y="286"/>
                    <a:pt x="3168" y="179"/>
                  </a:cubicBezTo>
                  <a:cubicBezTo>
                    <a:pt x="3168" y="72"/>
                    <a:pt x="3084" y="1"/>
                    <a:pt x="298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8710;p60">
              <a:extLst>
                <a:ext uri="{FF2B5EF4-FFF2-40B4-BE49-F238E27FC236}">
                  <a16:creationId xmlns:a16="http://schemas.microsoft.com/office/drawing/2014/main" id="{40CDAC1F-8F5D-77AA-E70A-3706B72FD5FA}"/>
                </a:ext>
              </a:extLst>
            </p:cNvPr>
            <p:cNvSpPr/>
            <p:nvPr/>
          </p:nvSpPr>
          <p:spPr>
            <a:xfrm>
              <a:off x="1444060" y="3614747"/>
              <a:ext cx="100917" cy="11404"/>
            </a:xfrm>
            <a:custGeom>
              <a:avLst/>
              <a:gdLst/>
              <a:ahLst/>
              <a:cxnLst/>
              <a:rect l="l" t="t" r="r" b="b"/>
              <a:pathLst>
                <a:path w="3168" h="358" extrusionOk="0">
                  <a:moveTo>
                    <a:pt x="179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74"/>
                    <a:pt x="72" y="358"/>
                    <a:pt x="179" y="358"/>
                  </a:cubicBezTo>
                  <a:lnTo>
                    <a:pt x="2989" y="358"/>
                  </a:lnTo>
                  <a:cubicBezTo>
                    <a:pt x="3096" y="358"/>
                    <a:pt x="3168" y="274"/>
                    <a:pt x="3168" y="179"/>
                  </a:cubicBezTo>
                  <a:cubicBezTo>
                    <a:pt x="3168" y="72"/>
                    <a:pt x="3084" y="1"/>
                    <a:pt x="298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8711;p60">
              <a:extLst>
                <a:ext uri="{FF2B5EF4-FFF2-40B4-BE49-F238E27FC236}">
                  <a16:creationId xmlns:a16="http://schemas.microsoft.com/office/drawing/2014/main" id="{9EC9CD5E-95CD-6ED5-B891-DACFF73BCFAE}"/>
                </a:ext>
              </a:extLst>
            </p:cNvPr>
            <p:cNvSpPr/>
            <p:nvPr/>
          </p:nvSpPr>
          <p:spPr>
            <a:xfrm>
              <a:off x="1444060" y="3638256"/>
              <a:ext cx="100917" cy="11404"/>
            </a:xfrm>
            <a:custGeom>
              <a:avLst/>
              <a:gdLst/>
              <a:ahLst/>
              <a:cxnLst/>
              <a:rect l="l" t="t" r="r" b="b"/>
              <a:pathLst>
                <a:path w="3168" h="358" extrusionOk="0">
                  <a:moveTo>
                    <a:pt x="179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87"/>
                    <a:pt x="72" y="358"/>
                    <a:pt x="179" y="358"/>
                  </a:cubicBezTo>
                  <a:lnTo>
                    <a:pt x="2989" y="358"/>
                  </a:lnTo>
                  <a:cubicBezTo>
                    <a:pt x="3096" y="358"/>
                    <a:pt x="3168" y="287"/>
                    <a:pt x="3168" y="179"/>
                  </a:cubicBezTo>
                  <a:cubicBezTo>
                    <a:pt x="3168" y="72"/>
                    <a:pt x="3084" y="1"/>
                    <a:pt x="298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8712;p60">
              <a:extLst>
                <a:ext uri="{FF2B5EF4-FFF2-40B4-BE49-F238E27FC236}">
                  <a16:creationId xmlns:a16="http://schemas.microsoft.com/office/drawing/2014/main" id="{A820A32E-5DE4-0B47-4407-65BAD598F004}"/>
                </a:ext>
              </a:extLst>
            </p:cNvPr>
            <p:cNvSpPr/>
            <p:nvPr/>
          </p:nvSpPr>
          <p:spPr>
            <a:xfrm>
              <a:off x="1371622" y="3459454"/>
              <a:ext cx="70208" cy="57084"/>
            </a:xfrm>
            <a:custGeom>
              <a:avLst/>
              <a:gdLst/>
              <a:ahLst/>
              <a:cxnLst/>
              <a:rect l="l" t="t" r="r" b="b"/>
              <a:pathLst>
                <a:path w="2204" h="1792" extrusionOk="0">
                  <a:moveTo>
                    <a:pt x="1417" y="387"/>
                  </a:moveTo>
                  <a:lnTo>
                    <a:pt x="1417" y="470"/>
                  </a:lnTo>
                  <a:lnTo>
                    <a:pt x="1072" y="768"/>
                  </a:lnTo>
                  <a:lnTo>
                    <a:pt x="905" y="589"/>
                  </a:lnTo>
                  <a:cubicBezTo>
                    <a:pt x="873" y="544"/>
                    <a:pt x="823" y="523"/>
                    <a:pt x="773" y="523"/>
                  </a:cubicBezTo>
                  <a:cubicBezTo>
                    <a:pt x="731" y="523"/>
                    <a:pt x="688" y="538"/>
                    <a:pt x="655" y="566"/>
                  </a:cubicBezTo>
                  <a:cubicBezTo>
                    <a:pt x="584" y="625"/>
                    <a:pt x="584" y="744"/>
                    <a:pt x="632" y="827"/>
                  </a:cubicBezTo>
                  <a:lnTo>
                    <a:pt x="917" y="1125"/>
                  </a:lnTo>
                  <a:cubicBezTo>
                    <a:pt x="953" y="1161"/>
                    <a:pt x="989" y="1185"/>
                    <a:pt x="1048" y="1185"/>
                  </a:cubicBezTo>
                  <a:cubicBezTo>
                    <a:pt x="1096" y="1185"/>
                    <a:pt x="1132" y="1161"/>
                    <a:pt x="1167" y="1137"/>
                  </a:cubicBezTo>
                  <a:lnTo>
                    <a:pt x="1429" y="923"/>
                  </a:lnTo>
                  <a:lnTo>
                    <a:pt x="1417" y="1447"/>
                  </a:lnTo>
                  <a:lnTo>
                    <a:pt x="358" y="1447"/>
                  </a:lnTo>
                  <a:lnTo>
                    <a:pt x="358" y="387"/>
                  </a:lnTo>
                  <a:close/>
                  <a:moveTo>
                    <a:pt x="2007" y="1"/>
                  </a:moveTo>
                  <a:cubicBezTo>
                    <a:pt x="1966" y="1"/>
                    <a:pt x="1925" y="17"/>
                    <a:pt x="1894" y="54"/>
                  </a:cubicBezTo>
                  <a:lnTo>
                    <a:pt x="1727" y="185"/>
                  </a:lnTo>
                  <a:cubicBezTo>
                    <a:pt x="1679" y="89"/>
                    <a:pt x="1596" y="30"/>
                    <a:pt x="1489" y="30"/>
                  </a:cubicBezTo>
                  <a:lnTo>
                    <a:pt x="263" y="30"/>
                  </a:lnTo>
                  <a:cubicBezTo>
                    <a:pt x="120" y="30"/>
                    <a:pt x="1" y="149"/>
                    <a:pt x="1" y="304"/>
                  </a:cubicBezTo>
                  <a:lnTo>
                    <a:pt x="1" y="1518"/>
                  </a:lnTo>
                  <a:cubicBezTo>
                    <a:pt x="1" y="1673"/>
                    <a:pt x="120" y="1792"/>
                    <a:pt x="263" y="1792"/>
                  </a:cubicBezTo>
                  <a:lnTo>
                    <a:pt x="1489" y="1792"/>
                  </a:lnTo>
                  <a:cubicBezTo>
                    <a:pt x="1632" y="1792"/>
                    <a:pt x="1751" y="1673"/>
                    <a:pt x="1751" y="1518"/>
                  </a:cubicBezTo>
                  <a:lnTo>
                    <a:pt x="1751" y="613"/>
                  </a:lnTo>
                  <a:lnTo>
                    <a:pt x="2108" y="304"/>
                  </a:lnTo>
                  <a:cubicBezTo>
                    <a:pt x="2203" y="256"/>
                    <a:pt x="2203" y="137"/>
                    <a:pt x="2144" y="65"/>
                  </a:cubicBezTo>
                  <a:cubicBezTo>
                    <a:pt x="2111" y="26"/>
                    <a:pt x="2059" y="1"/>
                    <a:pt x="200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" name="Google Shape;8713;p60">
              <a:extLst>
                <a:ext uri="{FF2B5EF4-FFF2-40B4-BE49-F238E27FC236}">
                  <a16:creationId xmlns:a16="http://schemas.microsoft.com/office/drawing/2014/main" id="{13B9B947-0567-F217-314F-B3FB43D9B3D3}"/>
                </a:ext>
              </a:extLst>
            </p:cNvPr>
            <p:cNvSpPr/>
            <p:nvPr/>
          </p:nvSpPr>
          <p:spPr>
            <a:xfrm>
              <a:off x="1371622" y="3532434"/>
              <a:ext cx="70208" cy="56543"/>
            </a:xfrm>
            <a:custGeom>
              <a:avLst/>
              <a:gdLst/>
              <a:ahLst/>
              <a:cxnLst/>
              <a:rect l="l" t="t" r="r" b="b"/>
              <a:pathLst>
                <a:path w="2204" h="1775" extrusionOk="0">
                  <a:moveTo>
                    <a:pt x="1417" y="382"/>
                  </a:moveTo>
                  <a:lnTo>
                    <a:pt x="1417" y="465"/>
                  </a:lnTo>
                  <a:lnTo>
                    <a:pt x="1072" y="763"/>
                  </a:lnTo>
                  <a:lnTo>
                    <a:pt x="905" y="584"/>
                  </a:lnTo>
                  <a:cubicBezTo>
                    <a:pt x="874" y="547"/>
                    <a:pt x="827" y="529"/>
                    <a:pt x="779" y="529"/>
                  </a:cubicBezTo>
                  <a:cubicBezTo>
                    <a:pt x="734" y="529"/>
                    <a:pt x="690" y="544"/>
                    <a:pt x="655" y="572"/>
                  </a:cubicBezTo>
                  <a:cubicBezTo>
                    <a:pt x="584" y="632"/>
                    <a:pt x="584" y="751"/>
                    <a:pt x="632" y="822"/>
                  </a:cubicBezTo>
                  <a:lnTo>
                    <a:pt x="917" y="1120"/>
                  </a:lnTo>
                  <a:cubicBezTo>
                    <a:pt x="953" y="1168"/>
                    <a:pt x="989" y="1180"/>
                    <a:pt x="1048" y="1180"/>
                  </a:cubicBezTo>
                  <a:cubicBezTo>
                    <a:pt x="1096" y="1180"/>
                    <a:pt x="1132" y="1168"/>
                    <a:pt x="1167" y="1132"/>
                  </a:cubicBezTo>
                  <a:lnTo>
                    <a:pt x="1429" y="930"/>
                  </a:lnTo>
                  <a:lnTo>
                    <a:pt x="1417" y="1430"/>
                  </a:lnTo>
                  <a:lnTo>
                    <a:pt x="358" y="1430"/>
                  </a:lnTo>
                  <a:lnTo>
                    <a:pt x="358" y="382"/>
                  </a:lnTo>
                  <a:close/>
                  <a:moveTo>
                    <a:pt x="2012" y="1"/>
                  </a:moveTo>
                  <a:cubicBezTo>
                    <a:pt x="1969" y="1"/>
                    <a:pt x="1926" y="16"/>
                    <a:pt x="1894" y="49"/>
                  </a:cubicBezTo>
                  <a:lnTo>
                    <a:pt x="1727" y="180"/>
                  </a:lnTo>
                  <a:cubicBezTo>
                    <a:pt x="1679" y="96"/>
                    <a:pt x="1596" y="13"/>
                    <a:pt x="1489" y="13"/>
                  </a:cubicBezTo>
                  <a:lnTo>
                    <a:pt x="263" y="13"/>
                  </a:lnTo>
                  <a:cubicBezTo>
                    <a:pt x="120" y="13"/>
                    <a:pt x="1" y="132"/>
                    <a:pt x="1" y="287"/>
                  </a:cubicBezTo>
                  <a:lnTo>
                    <a:pt x="1" y="1501"/>
                  </a:lnTo>
                  <a:cubicBezTo>
                    <a:pt x="1" y="1656"/>
                    <a:pt x="120" y="1775"/>
                    <a:pt x="263" y="1775"/>
                  </a:cubicBezTo>
                  <a:lnTo>
                    <a:pt x="1489" y="1775"/>
                  </a:lnTo>
                  <a:cubicBezTo>
                    <a:pt x="1632" y="1775"/>
                    <a:pt x="1751" y="1656"/>
                    <a:pt x="1751" y="1501"/>
                  </a:cubicBezTo>
                  <a:lnTo>
                    <a:pt x="1751" y="608"/>
                  </a:lnTo>
                  <a:lnTo>
                    <a:pt x="2108" y="299"/>
                  </a:lnTo>
                  <a:cubicBezTo>
                    <a:pt x="2203" y="239"/>
                    <a:pt x="2203" y="144"/>
                    <a:pt x="2144" y="60"/>
                  </a:cubicBezTo>
                  <a:cubicBezTo>
                    <a:pt x="2111" y="22"/>
                    <a:pt x="2062" y="1"/>
                    <a:pt x="201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8714;p60">
              <a:extLst>
                <a:ext uri="{FF2B5EF4-FFF2-40B4-BE49-F238E27FC236}">
                  <a16:creationId xmlns:a16="http://schemas.microsoft.com/office/drawing/2014/main" id="{250C6B22-7345-8519-2CD1-665D4A55A8EA}"/>
                </a:ext>
              </a:extLst>
            </p:cNvPr>
            <p:cNvSpPr/>
            <p:nvPr/>
          </p:nvSpPr>
          <p:spPr>
            <a:xfrm>
              <a:off x="1371622" y="3605254"/>
              <a:ext cx="70208" cy="55810"/>
            </a:xfrm>
            <a:custGeom>
              <a:avLst/>
              <a:gdLst/>
              <a:ahLst/>
              <a:cxnLst/>
              <a:rect l="l" t="t" r="r" b="b"/>
              <a:pathLst>
                <a:path w="2204" h="1752" extrusionOk="0">
                  <a:moveTo>
                    <a:pt x="1417" y="358"/>
                  </a:moveTo>
                  <a:lnTo>
                    <a:pt x="1417" y="489"/>
                  </a:lnTo>
                  <a:lnTo>
                    <a:pt x="1072" y="787"/>
                  </a:lnTo>
                  <a:lnTo>
                    <a:pt x="905" y="608"/>
                  </a:lnTo>
                  <a:cubicBezTo>
                    <a:pt x="874" y="571"/>
                    <a:pt x="827" y="553"/>
                    <a:pt x="779" y="553"/>
                  </a:cubicBezTo>
                  <a:cubicBezTo>
                    <a:pt x="734" y="553"/>
                    <a:pt x="690" y="568"/>
                    <a:pt x="655" y="596"/>
                  </a:cubicBezTo>
                  <a:cubicBezTo>
                    <a:pt x="584" y="644"/>
                    <a:pt x="584" y="775"/>
                    <a:pt x="632" y="846"/>
                  </a:cubicBezTo>
                  <a:lnTo>
                    <a:pt x="917" y="1144"/>
                  </a:lnTo>
                  <a:cubicBezTo>
                    <a:pt x="953" y="1192"/>
                    <a:pt x="989" y="1203"/>
                    <a:pt x="1048" y="1203"/>
                  </a:cubicBezTo>
                  <a:cubicBezTo>
                    <a:pt x="1096" y="1203"/>
                    <a:pt x="1132" y="1192"/>
                    <a:pt x="1167" y="1156"/>
                  </a:cubicBezTo>
                  <a:lnTo>
                    <a:pt x="1429" y="953"/>
                  </a:lnTo>
                  <a:lnTo>
                    <a:pt x="1417" y="1406"/>
                  </a:lnTo>
                  <a:lnTo>
                    <a:pt x="358" y="1406"/>
                  </a:lnTo>
                  <a:lnTo>
                    <a:pt x="358" y="358"/>
                  </a:lnTo>
                  <a:close/>
                  <a:moveTo>
                    <a:pt x="263" y="1"/>
                  </a:moveTo>
                  <a:cubicBezTo>
                    <a:pt x="120" y="1"/>
                    <a:pt x="1" y="120"/>
                    <a:pt x="1" y="263"/>
                  </a:cubicBezTo>
                  <a:lnTo>
                    <a:pt x="1" y="1489"/>
                  </a:lnTo>
                  <a:cubicBezTo>
                    <a:pt x="1" y="1632"/>
                    <a:pt x="120" y="1751"/>
                    <a:pt x="263" y="1751"/>
                  </a:cubicBezTo>
                  <a:lnTo>
                    <a:pt x="1489" y="1751"/>
                  </a:lnTo>
                  <a:cubicBezTo>
                    <a:pt x="1632" y="1751"/>
                    <a:pt x="1751" y="1632"/>
                    <a:pt x="1751" y="1489"/>
                  </a:cubicBezTo>
                  <a:lnTo>
                    <a:pt x="1751" y="632"/>
                  </a:lnTo>
                  <a:lnTo>
                    <a:pt x="2108" y="322"/>
                  </a:lnTo>
                  <a:cubicBezTo>
                    <a:pt x="2191" y="263"/>
                    <a:pt x="2203" y="144"/>
                    <a:pt x="2132" y="72"/>
                  </a:cubicBezTo>
                  <a:cubicBezTo>
                    <a:pt x="2107" y="47"/>
                    <a:pt x="2062" y="32"/>
                    <a:pt x="2014" y="32"/>
                  </a:cubicBezTo>
                  <a:cubicBezTo>
                    <a:pt x="1972" y="32"/>
                    <a:pt x="1927" y="44"/>
                    <a:pt x="1894" y="72"/>
                  </a:cubicBezTo>
                  <a:lnTo>
                    <a:pt x="1739" y="191"/>
                  </a:lnTo>
                  <a:cubicBezTo>
                    <a:pt x="1715" y="84"/>
                    <a:pt x="1608" y="1"/>
                    <a:pt x="148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765106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7300D1-C3C7-C3B2-6155-3714961F9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7950" y="1110750"/>
            <a:ext cx="4508100" cy="2922000"/>
          </a:xfrm>
        </p:spPr>
        <p:txBody>
          <a:bodyPr/>
          <a:lstStyle/>
          <a:p>
            <a:r>
              <a:rPr lang="ru-RU" sz="6000" b="1" dirty="0">
                <a:latin typeface=""/>
              </a:rPr>
              <a:t>Спасибо за внимание!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A5A5EC-A56F-965C-C709-6FA85A73332D}"/>
              </a:ext>
            </a:extLst>
          </p:cNvPr>
          <p:cNvSpPr txBox="1"/>
          <p:nvPr/>
        </p:nvSpPr>
        <p:spPr>
          <a:xfrm>
            <a:off x="1142628" y="4110903"/>
            <a:ext cx="1175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…вопросы?</a:t>
            </a:r>
          </a:p>
        </p:txBody>
      </p:sp>
    </p:spTree>
    <p:extLst>
      <p:ext uri="{BB962C8B-B14F-4D97-AF65-F5344CB8AC3E}">
        <p14:creationId xmlns:p14="http://schemas.microsoft.com/office/powerpoint/2010/main" val="243374694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and Elegant Gradients Pitch Deck by Slidesgo">
  <a:themeElements>
    <a:clrScheme name="Simple Light">
      <a:dk1>
        <a:srgbClr val="191919"/>
      </a:dk1>
      <a:lt1>
        <a:srgbClr val="FFFFFF"/>
      </a:lt1>
      <a:dk2>
        <a:srgbClr val="8F5DE4"/>
      </a:dk2>
      <a:lt2>
        <a:srgbClr val="EBDCFA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244</Words>
  <Application>Microsoft Office PowerPoint</Application>
  <PresentationFormat>Экран (16:9)</PresentationFormat>
  <Paragraphs>59</Paragraphs>
  <Slides>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Maven Pro SemiBold</vt:lpstr>
      <vt:lpstr>Wingdings</vt:lpstr>
      <vt:lpstr>Roboto</vt:lpstr>
      <vt:lpstr>Arial</vt:lpstr>
      <vt:lpstr>Calibri</vt:lpstr>
      <vt:lpstr>Simple and Elegant Gradients Pitch Deck by Slidesgo</vt:lpstr>
      <vt:lpstr>Отчет о стажировке  Тема: Разработка консольного файлового менеджера на C++</vt:lpstr>
      <vt:lpstr>Цель и актуальность</vt:lpstr>
      <vt:lpstr>Возможности программы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Veronika</dc:creator>
  <cp:lastModifiedBy>YTKA K</cp:lastModifiedBy>
  <cp:revision>6</cp:revision>
  <dcterms:modified xsi:type="dcterms:W3CDTF">2026-06-07T18:24:37Z</dcterms:modified>
</cp:coreProperties>
</file>